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9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0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21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notesSlides/notesSlide24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notesSlides/notesSlide25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notesSlides/notesSlide26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27.xml" ContentType="application/vnd.openxmlformats-officedocument.presentationml.notesSlide+xml"/>
  <Override PartName="/ppt/ink/ink40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34.xml" ContentType="application/vnd.openxmlformats-officedocument.presentationml.notesSlide+xml"/>
  <Override PartName="/ppt/ink/ink64.xml" ContentType="application/inkml+xml"/>
  <Override PartName="/ppt/notesSlides/notesSlide35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36.xml" ContentType="application/vnd.openxmlformats-officedocument.presentationml.notesSlide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notesSlides/notesSlide37.xml" ContentType="application/vnd.openxmlformats-officedocument.presentationml.notesSlide+xml"/>
  <Override PartName="/ppt/ink/ink76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77.xml" ContentType="application/inkml+xml"/>
  <Override PartName="/ppt/notesSlides/notesSlide41.xml" ContentType="application/vnd.openxmlformats-officedocument.presentationml.notesSlide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notesSlides/notesSlide42.xml" ContentType="application/vnd.openxmlformats-officedocument.presentationml.notesSlide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96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ink/ink103.xml" ContentType="application/inkml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35:33.6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6:28.2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24575,'16'28'0,"7"3"0,15 32 0,0-11 0,-9-15 0,-12-16 0,-10-13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6:29.5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276 1 24575,'0'9'0,"-7"7"0,-10 13 0,-12 14 0,-9 9 0,-1 0 0,5-9 0,8-11 0,10-12 0,6-8 0,4-6 0,0-4 0,2-2 0,-2 0 0,-1 0 0,-1 0 0,-3 0 0,5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6:31.1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24575,'4'58'0,"-1"0"0,3-6 0,2-2 0,11 28 0,0-26 0,-4-23 0,-8-19 0,-1-20 0,-1-19 0,3-14 0,2-7 0,2 10 0,0 13 0,-2 15 0,0 9 0,1 8 0,0 6 0,0 7 0,-4 2 0,-3 0 0,-2-2 0,-1-1 0,1-1 0,2-1 0,1-1 0,1-3 0,1-4 0,1-2 0,1-3 0,-1 0 0,0-2 0,0-6 0,-2-8 0,0-11 0,-3-13 0,-1-4 0,0-1 0,-2 5 0,0 8 0,0 7 0,0 5 0,0 4 0,-2 4-1696,0 4 0,0 3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6:48.1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1503 945 24575,'0'9'0,"0"3"0,-5 5 0,-6 6 0,-16 10 0,-20 14 0,-18 13 0,26-27 0,-2 0 0,-2 0 0,-2 0 0,-1-2 0,0-2 0,1-4 0,-1-1 0,-41 14 0,0-11 0,-2-11 0,-2-6 0,-6-4 0,-1-5 0,4-6 0,8-10 0,16-15 0,20-11 0,16-8 0,11-2 0,7-5 0,0-7 0,1-16 0,0-9 0,2-6 0,3 0 0,5-2 0,6 45 0,5 0 0,7-4 0,7 0 0,9-4 0,6 1 0,6 3 0,5 3 0,2 3 0,2 5 0,-2 6 0,2 4 0,-6 9 0,1 3 0,47-10 0,-2 11 0,-2 10 0,5 3 0,-5 4 0,-7 4 0,-8 5 0,-6 9 0,-6 11 0,-6 13 0,-5 8 0,-4 10 0,-8 6 0,-4 12 0,-6 8 0,-6 6 0,-6 6 0,-8 6 0,-9-49 0,-4 1 0,-5 0 0,-4-1 0,-5 0 0,-4-1 0,-3-5 0,-3-3 0,-28 26 0,1-20 0,2-21 0,-1-13 0,-4-3 0,-3 1 0,-1 2 0,6 1 0,9-2 0,9-3 0,10-4 0,7-4 0,6-2 0,6-1 0,6-1 0,3 1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7:11.2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 2 24575,'3'-2'0,"-2"8"0,1 10 0,-2 14 0,0 10 0,0 13 0,0 14 0,0 9 0,0 5 0,0-7 0,0-11 0,0-11 0,0-13 0,0-9 0,0-8 0,0-4 0,0-9 0,0-12 0,-2-15 0,-2-16 0,-1-10 0,-2-3 0,0 5 0,2 8 0,1 9 0,0 11 0,1 17 0,0 20 0,2 17 0,1 10 0,1-1 0,3-6 0,2-6 0,2-4 0,0-7 0,-2-6 0,1-7 0,2-7 0,3-10 0,6-17 0,10-24 0,4-16 0,2-7 0,-3 2 0,-9 18 0,-6 12 0,-9 19 0,-4 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8:03.1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6 776 24575,'-3'-1'0,"2"8"0,0 34 0,0 24 0,2 18 0,-1-11 0,0 10 0,0 6 0,0 3-1207,0 1 0,0 5 0,0 4 1,0 2-1,0 2 1207,0-18 0,0 2 0,0 1 0,0 2 0,0 1 0,0 0 0,0-1 0,0 4 0,0 1 0,0 0 0,0 1 0,0-1 0,0 1 0,0-2 0,0-1 0,-1-1 0,1 1 0,0-1 0,0 0 0,0 0 0,1 0 0,-1 2 0,0-1 0,1 1 0,-1-1 0,1 1 0,0-1 0,0 0 0,0-1 0,0-1 0,1 1 0,0-1 0,-1 0 0,1-1 0,1-1 0,-1 9 0,1-2 0,0 1 0,0-3 0,0 0 0,0-3 0,0 8 0,0-3 0,1-1 0,-1-2 0,0-3-181,1 8 1,0-2 0,-1-4 0,0-4 180,1 9 0,-1-6 0,0-2-279,0-9 1,0-3 0,0-3 278,2 23 0,0-6-46,-1-17 1,-1-2 45,0-3 0,-2 0 0,0-1 0,0 2 0,-1 8 0,0 2 0,-2 7 0,0 2 0,-2-2 0,-1 0 0,-1-3 0,-1-2 0,0-8 0,1-2 1915,2-9 0,1-1-1915,1-3 0,1-1 1234,1-4 1,0 0-1235,0-4 0,0-1 1237,0 33-1237,0-21 145,0-30-145,0-27 0,11-39 0,23-7 0,38-24 0,-16 36 0,8 4 0,16-2 0,7 3 0,-21 8 0,3 2 0,2 2 0,3 0 0,2 3 0,1 1 0,1 1 0,0 1 0,0 1 0,-2 2 0,-1 1 0,-1 1 0,-2-1 0,-1 1 0,-1 1 0,28-1 0,-3 0 0,-6 0 0,-1 0 0,-5 0 0,-2 0 0,-5 0 0,-1 0 0,-3 0 0,-2 0 0,-4 0 0,-3 0 0,-9 0 0,-3 0 0,33 0 0,-26 0 0,-25 0 0,-12 0 0,-3 0 0,5 0 0,8 0 0,3 0 0,-6 0 0,-7 0 0,-9-1 0,-6-2 0,-3 0 0,-2-13 0,-2-39 0,-4-7 0,-3-14 0,-1-4 0,-1-10 0,-2-7-466,2 22 1,0-4-1,-1-4 1,-1-1-1,1 0 466,-2-9 0,0-2 0,-1-2 0,0 1 0,0-1 0,0 0 0,0-2 0,0 1 0,-1 1 0,0 1 0,1 6 0,0 1 0,0 1 0,-1 1 0,0 1 0,-3-14 0,-1 2 0,0 1 0,-1 0 0,0 2 0,-1 1 0,0 0 0,0 1 0,0 4 0,0 1 0,-1 1 0,1 1 0,2 6 0,-1 0 0,1 3 0,0 1 0,-3-13 0,1 2 0,0 3-359,3 11 0,0 2 1,1 1 358,2 4 0,1 1 0,0-1 0,0-5 0,0-1 0,0-1 0,-1-5 0,0-2 0,-1 0 0,0-4 0,0-1 0,-1-1 0,-1-1 0,0 1 0,-1-1 0,0 2 0,0 0 0,-1 1 0,2 1 0,-1 1 0,1-1 0,-1-1 0,0 0 0,1-1 0,1 2 0,1 0 0,1 1 0,1 0 0,1 1 0,2 0 0,0 0 0,0 0 0,2 0 0,2 4 0,2 0 0,0 1-7,1 4 1,1 0-1,1 0 7,0 0 0,1 0 0,0 1 0,1 2 0,-1 0 0,0 1 0,-1-29 0,-3 0 0,-1 0 0,-3 3 0,0 10 0,-3 3 0,0 4 0,-1 1 0,1 6 0,0 2 0,1 13 0,1 2 2187,-6-27-2187,5 30 1213,3 22-1213,0 11 24,0 9-24,-2 4 0,-2 3 0,-2 2 0,-7 8 0,-5 15 0,-10 18 0,-6 13 0,-5 3 0,-1-1 0,2-7 0,-2-3 0,-8-1 0,-9-4 0,-17-2 0,-7-3 0,-3-4 0,3 1 0,10-3 0,3-5 0,12-5 0,9-6 0,14-5 0,12-4 0,3-3 0,2-2 0,-3-3 0,-3-2 0,1-1 0,4 0 0,7 2 0,4 3 0,6 2 0,2 1 0,3-1 0,3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8:04.9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574 0 24575,'-3'17'0,"1"8"0,-2 22 0,-6 19 0,-12 21 0,6-35 0,-1 2 0,-1 1 0,-1 1 0,0 1 0,0 0 0,2-3 0,0 1 0,2 1 0,-1 1 0,0 2 0,1 1 0,0 5 0,2 2 0,-1 8 0,1 1 0,2 6 0,1-1 0,1 0 0,0-1 0,1-3 0,-1-1 0,1-6 0,-2-1 0,1-5 0,-2 0 0,0 1 0,-1-2 0,0-1 0,-1-1 0,0 2 0,-1 1 0,1 3 0,0-1 0,2 2 0,0 1 0,0 3 0,2 2 0,1-4 0,3 0 0,0 5 0,1 1 0,0 4 0,1 3 0,2 3 0,-1 3 0,1-22 0,0 2 0,1 0 0,-1 5 0,0 0 0,0 0 0,1 5 0,0 1 0,0-1 0,0-4 0,0-1 0,0-1 0,0-2 0,0-1 0,0-1 0,0 25 0,0-3 0,0-7 0,1 0 0,1 2 0,2-1 0,1-2 0,1 0 0,2 4 0,1 0 0,1-2 0,1 0 0,-1-2 0,0 1 0,0-2 0,2 0 0,0 1 0,1 3 0,1 6 0,1 2 0,-4-28 0,0 1 0,0 1 0,0-1 0,1 0 0,-1-1 0,-1 1 0,0-1 0,0 0 0,3 24 0,0-2 0,-2-11 0,0-4 0,-2-8 0,-1-3 0,5 36 0,-5-12 0,-2-2 0,-1 4 0,-1 1 0,4-6 0,1-1 0,3 0 0,3 4 0,0 8 0,0-9 0,-3-18 0,-5-34 0,-4-17 0,-3-22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8:06.7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102 7964 24575,'0'-29'0,"0"-26"0,0-7 0,0-11 0,0-19 0,0-6 0,0 28 0,0-3 0,0 1 0,0 3 0,0 0 0,0 2 0,0-18 0,2 3 0,0 1 0,2 0 0,3-3 0,1 0 0,2 0 0,2 1 0,0 5 0,0 2 0,1 7 0,-2 2 0,-2 2 0,-2 1 0,-1-3 0,-3 0 0,0 2 0,-2 0 0,0 1 0,-2 1 0,1 7 0,0 2 0,0-40 0,0 4 0,-2-4 0,0 43 0,0 0 0,-1-5 0,-1-1 0,0 2 0,-1-1 0,1 2 0,1-1 0,-1 0 0,1 0 0,0-2 0,0-1 0,0-7 0,1-2 0,0 0 0,0-1 0,1-3 0,0 0 0,1-1 0,0-1 0,0-2 0,0-4 0,0 14 0,0-3 0,0-2-456,0-11 1,0-4 0,0-2 455,0 11 0,0-3 0,0-1 0,0-2 0,0-5 0,1-3 0,-1 1 0,-1 1 0,1 6 0,-1 1 0,1 1 0,-1 2 0,-1-15 0,0 3 0,0 4-13,-1-17 0,0 7 13,0 19 0,1 2 0,0-1 0,2 0 0,-1 4 0,2 1 0,-1 3 0,0 2 0,0 7 0,0 4 1364,0-30-1364,-3 18 28,-1 11-28,-4 3 0,-1-1 0,1 0 0,2 6 0,1 10 0,0 4 0,0-1 0,-2-10 0,-3-20 0,-3-27 0,7 36 0,0-2 0,0-5 0,0-1 0,2 5 0,-1 2 0,-1-32 0,-2 27 0,1 28 0,1 17 0,2 10 0,2 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7:13.7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481 889 24575,'-15'2'0,"-16"-11"0,-31-22 0,-24-16 0,38 18 0,1-2 0,2-1 0,3 0 0,-16-26 0,25 2 0,21 7 0,11 8 0,7 7 0,5 4 0,5 2 0,3 3 0,-2 1 0,1 2 0,0 0 0,5-1 0,10-4 0,19-9 0,14-6 0,15-4 0,2 3 0,-4 9 0,1 11 0,-2 11 0,5 8 0,2 3 0,-3 2 0,-6 4 0,-14 5 0,-14 7 0,-12 3 0,-9 1 0,-4 3 0,-7 5 0,-2 8 0,-6 11 0,-5 11 0,-1 9 0,-2 4 0,0-1 0,-1-6 0,-5-6 0,-8-4 0,-9-3 0,-10-4 0,-5-5 0,-5-3 0,-1-5 0,-4-2 0,-2-4 0,-7-2 0,-6-4 0,-3-5 0,0-5 0,6-7 0,8-4 0,9-2 0,11-1 0,9 0 0,12 0 0,4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7:15.9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1111 502 24575,'-13'3'0,"-16"13"0,-23 18 0,-17 13 0,-10 10 0,3-6 0,4-10 0,2-8 0,1-13 0,0-8 0,1-8 0,3-3 0,3-3 0,9-1 0,7-2 0,8 0 0,5 1 0,4-2 0,5-4 0,5-6 0,2-5 0,1-6 0,1-5 0,2-3 0,4-5 0,4-4 0,5-5 0,7-2 0,9 1 0,8 5 0,10 6 0,6 2 0,10-1 0,10-3 0,9-1 0,9 0 0,8 5 0,7 6 0,3 5 0,-47 16 0,0 0 0,47-4 0,-7 6 0,-9 8 0,-11 9 0,-10 8 0,-10 11 0,-11 7 0,-13 6 0,-11 7 0,-7 5 0,-4 6 0,-7 2 0,-2-3 0,-6-7 0,-5-9 0,-4-8 0,-11-4 0,-12-3 0,-12-1 0,-8-2 0,4-7 0,12-7 0,23-6 0,13-4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7:18.5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1083 725 24575,'-14'0'0,"-25"0"0,-60 0 0,28 0 0,-4 0 0,-11 0 0,-2 0 0,1 0 0,3 0 0,15 0 0,5 0 0,10-1 0,4-1 0,-25-8 0,25-11 0,15-9 0,12-7 0,9 1 0,9 2 0,5-1 0,10 1 0,12-1 0,15 1 0,19-3 0,21-10 0,-26 17 0,3-2 0,7-2 0,1-1 0,5-1 0,1 3 0,-3 3 0,-1 4 0,-8 4 0,-2 4 0,39-4 0,-17 11 0,-7 8 0,-3 3 0,-2 0 0,-9 2 0,-9 8 0,-9 9 0,-7 8 0,-4 5 0,-3-2 0,-2-3 0,-3-4 0,-4-1 0,-4 3 0,-5 5 0,-3 3 0,-2 5 0,0 1 0,-3 2 0,-4 0 0,-5 0 0,-5-3 0,-2-3 0,-3-3 0,-4-4 0,-8-5 0,-9-4 0,-17-1 0,-19 1 0,-12 3 0,41-9 0,1 1 0,-47 15 0,13 2 0,12-1 0,18-7 0,17-7 0,15-9 0,11-4 0,7-3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9:34.6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624 9243 24575,'71'0'0,"-19"-1"0,5-1 0,21-2 0,6-3 0,-18 0 0,2-1 0,1-1 0,1-1 0,1-1 0,-2-2 0,29-7 0,-3-2 0,-11 1 0,-4-3 0,-7-2 0,-1-5 0,6-10 0,0-8-573,-18 6 1,0-5 0,1-4 572,-7 4 0,0-5 0,0-2 0,1-3-471,4-9 1,1-4 0,-1-4-1,-1-1 471,-10 7 0,0-1 0,-1-2 0,-1-2 0,-2 0 0,-1 0 0,-1-1 0,-1-1 0,-2 0 0,-2-1 0,-2 2 0,-2-2 0,-2 1 0,-2 0 0,-2 1-298,3-12 0,-3 0 1,-2 1-1,-4 2 298,-4 8 0,-3 3 0,-2-1 0,-2 1 0,-1-25 0,-5-1 0,-3 0 0,-4 23 0,-2 0 0,-2-2 0,-1-4 0,-1 1 0,-1-3 0,-2-3 0,1-1 0,0-2-506,1 4 0,-1-1 1,0-2-1,1-1 1,0-1-1,0 0 506,-1-6 0,1-1 0,1-1 0,-1 0 0,1 0 0,-1 1 0,2 1 0,-1 0 0,1 0 0,0 1 0,0 2 0,0 2-105,-1-4 1,1 1-1,0 3 1,-1 1-1,-1 3 105,-3-9 0,0 3 0,-1 2 0,-2 2 0,0 6 0,-2 3 0,0 0 0,-2-1 0,-1-2 0,-1 0 0,0 0 0,-1 0 0,0-1 0,0 0 0,0 0 0,-1-1 0,0-1 0,-1-2 0,0 2 0,0 0 0,-1 4 0,0 1 0,-1 1 0,0 2 198,-1 6 0,0 1 1,-1 2-1,-2 1-198,-10-19 0,-4 3 0,-1 3 132,1 8 0,-2 3 0,-2 3-132,0 7 0,0 3 0,-2 3 1550,-21-15 1,-2 8-1551,6 10 0,-1 8 935,8 11 1,1 6-936,7 8 0,1 4 606,2 4 1,-1 2-607,-48-1 858,1 6-858,0 2 115,5 2-115,8 1 0,3 6 0,9 9 0,7 6 0,9 3 0,8-2 0,8-5 0,6-2 0,-4 20 0,-6 48 0,17-12 0,1 10 0,6-17 0,0 3 0,1 0 0,1 2 0,1 1 0,1-2 0,-6 25 0,2-3 0,5-16 0,2-2 0,3-1 0,0 0 0,0 6 0,-1 1 0,0 3 0,-1 1 0,-1 1 0,0 0 0,0-6 0,2-2 0,1-7 0,1-1 0,2 2 0,0 1 0,-1 5 0,0 2 0,-2 10 0,0 3 0,1 5 0,0 0 0,-1 3 0,2 0 0,1-1 0,1-1 0,2 0 0,1 2 0,1-29 0,1 1 0,1 1 0,-1 3 0,2 1 0,-1 1-180,1 5 1,0 1-1,0 1 180,0 4 0,0 1 0,0 0 0,1 5 0,0 1 0,0 0 0,0 2 0,0-1 0,0 0 0,0-7 0,1-2 0,-1 0 0,0-5 0,0 0 0,-1-2 0,1-7 0,-1-2 0,0 1 0,0 1 0,-1 0 0,2 1 0,0 5 0,1 1 0,0 2 0,2 2 0,0 2 0,1 0 0,1 7 0,0 1 0,2-1 0,1-1 0,0-1 0,1-2 0,-1-7 0,1-1 0,0-2 0,1-8 0,0-2 0,1-2 0,5 22 0,0-5 0,0-9 0,1-1 0,0 1 0,0-1 0,-1-6 0,0-1 0,2 3 0,0 0 0,-1-4 0,0-1 0,1-3 0,0-2 0,1 2 0,1-1 0,0-4 0,0-2 0,1 1 0,0 0 0,-2-5 0,-1-2 539,15 36-539,-7-17 0,-6-18 0,-4-15 0,-5-11 0,1-4 0,-1-4 0,-1-1 0,1-2 0,1-3 0,5 1 0,11 1 0,13 3 0,11 1 0,9-1 0,9-8 0,6-14 0,6-14 0,-4-9 0,-14 1 0,-19 9 0,-18 9 0,-16 7 0,-8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8:42.8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36 24575,'9'0'0,"12"0"0,26 0 0,38 0 0,-15 0 0,9 0 0,-13 0 0,5 0 0,1 0-404,8 0 1,2 0 0,1 0 403,8 0 0,1 0 0,0 0 0,-2 0 0,1 0 0,-1 0 0,-2 0 0,0 0 0,-1 0 0,1 0 0,0 0 0,-2 0 0,-3 0 0,-2 0 0,0 0 0,-1 0 0,-2 0 0,1 0 0,-3-1 0,0 1 0,-1-1 59,-4 0 1,-1 0 0,-2 0-60,23-2 0,-4 1 0,-13-1 0,-6 0 0,-13 0 0,-3 0 0,36-3 0,2 2 454,-39 2 0,1 1-454,5 1 0,1-1 61,-1 1 1,-1 0-62,41 0 0,-28 1 0,-26 2 0,-20 0 0,-11 0 0,-6 0 0,-3-3 0,-2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49:48.6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 40 24575,'0'15'0,"0"13"0,0 20 0,0 19 0,0 14 0,0-3 0,0-9 0,0-14 0,2-16 0,1-13 0,2-7 0,2-9 0,-1-4 0,-1-3 0,2-2 0,2-1 0,4 0 0,8 0 0,11-2 0,25-2 0,31-1 0,-26 3 0,4 0 0,20 1 0,4 0-283,-19 1 0,2 0 0,2 0 283,8 0 0,2 0 0,0 0 0,1 0 0,1 0 0,-1 0 0,-3 0 0,0 0 0,-2 0 0,-10 0 0,-2 0 0,-3 0 0,21 0 0,-3 0 0,-6 0 0,-2 0 0,-8 0 0,0 0 0,2 0 0,0-1 0,-1 0 0,-1 0 0,-1-1 0,0 1 424,4 0 1,-1 0-425,2 0 0,0 1 0,3-1 0,0 2 0,1-1 0,0 0 0,-4-1 0,-1 2 0,-3-1 0,-2 1 0,-7 0 0,-1 1 0,41 0 0,-4 0 0,-3-2 0,-41 0 0,0 0 0,6 1 0,2 0 0,3 1 0,2 1 0,2 0 0,0 1 0,3 2 0,1-1 0,1 1 0,2-1 0,1 0 0,1 0 0,0-1 0,1 0 0,0 0 0,0 0 0,-5 0 0,-2-1 0,-2 0 0,-2-1 0,-4-1 0,-2 1 0,-4-1 0,-1-1 0,0 2 0,0-1 0,-2 0 0,0 0 0,46 1 0,-5-2 0,-9 0 0,-5 0 0,-4 0 0,-7 0 0,-5 0 0,-2 0 0,1 0 0,5 0 0,0 0 0,-3 0 0,-11 0 0,-11 0 0,-8 0 0,-5 0 0,4 0 0,3 0 0,-2 0 0,-6 0 0,-8 0 0,-9 0 0,-4-1 0,-4-1 0,-2-2 0,-3-3 0,-2-2 0,-3-2 0,-2-2 0,-1-2 0,0-2 0,-1-1 0,-1 0 0,0-1 0,-1-5 0,0-9 0,-2-12 0,0-10 0,-2-11 0,-2-4 0,0 2 0,2 8 0,5 15 0,4 13 0,2 15 0,3 15 0,0 16 0,2 15 0,1 12 0,2 4 0,0-1 0,2 2 0,3 1 0,3 2 0,3 3 0,2-2 0,-2-3 0,-1-5 0,-1-7 0,-4-8 0,-1-6 0,-2-4 0,-2-3 0,-1-4 0,-1-1 0,0-3 0,0 0 0,0 0 0,-2-1 0,-3 0 0,-6-2 0,-8-2 0,-9-1 0,-7-3 0,-7-4 0,-14-4 0,-16-1 0,-21 5 0,38 4 0,-4 2 0,-7 0 0,-4 1 0,-8 0 0,-3 0 0,-6 0 0,-3 0 0,-4 0 0,-1 0 0,-1 0 0,1 0 0,1 0 0,2 0 0,3 0 0,2 0 0,5 0 0,1 0 0,3 0 0,2 0 0,6-1 0,2-1 0,-1 1 0,0 0 0,5-1 0,0 1 0,3 0 0,0 0 0,0 1 0,0 0 0,4 0 0,-1 0 0,-1 0 0,-1 0 0,2 0 0,-1 0 0,1 0 0,0 0 0,1 0 0,-1 0 0,0 0 0,0 0 0,0 0 0,-1 0 0,0 0 0,0 0 0,1 0 0,-1 0 0,2 0 0,0 0 0,1 0 0,0 0 0,3 0 0,1 0 0,-44 0 0,14 0 0,14 0 0,7 0 0,4 0 0,-2 0 0,-7 0 0,-7 1 0,-4 1 0,-10 5 0,-7 5 0,44-5 0,-1 1 0,-2 0 0,1-1 0,0-2 0,0 0 0,2-2 0,0 0 0,-44-1 0,1-2 0,2 0 0,-1 0 0,-3 0 0,-3 0 0,48 0 0,-1 0 0,0 0 0,0 0 0,-49 0 0,4 0 0,10 0 0,8 0 0,12 0 0,9 0 0,11 0 0,8 0 0,5 0 0,2-2 0,1 0 0,-4-1 0,-1-2 0,1 1 0,3-1 0,6 1 0,4 1 0,2 0 0,4 1 0,5-2 0,4 0 0,4-2 0,2-3 0,0-4 0,0-7 0,3-8 0,3-8 0,0-5 0,0 0 0,-2-4 0,-1 0 0,0-4 0,-1-2 0,-1 3 0,-1 1 0,0 8 0,1 8 0,1 5 0,0 6 0,0 2 0,-1 4 0,1 3 0,-1 4 0,-1 7 0,0 9 0,0 10 0,0 9 0,0 3 0,0 3 0,0-1 0,0-2 0,0 1 0,0 2 0,0 1 0,0 3 0,2-3 0,-1-5 0,1-5 0,0-6 0,-2-2 0,0-2 0,1-4 0,-1-4 0,1-4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05.0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6 24575,'22'-3'0,"38"1"0,3 1 0,11 2 0,-2-1 0,7 0 0,3 0-717,11 0 0,3 0 0,0 0 717,0 0 0,0 0 0,-3 0 0,-10 0 0,-2 0 0,-5 0 345,10 0 0,-8 0-345,-21 0 0,-7 0 88,11 0 1,-39 0 0,-15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06.0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866 1 24575,'-37'21'0,"-45"27"0,22-14 0,-5 2 0,-13 5 0,-2-2 0,-1-2 0,1-4 0,15-12 0,4-3 0,-31 4 0,38-16 0,28-5 0,21-4 0,15 0 0,12 0 0,12 3 0,9 0 0,9 0 0,10 7 0,16 13 0,-31-3 0,0 5 0,2 3 0,-1 3 0,0 1 0,-2-1 0,32 22 0,-22-16 0,-20-11 0,-20-14 0,-11-4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06.6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13 20278,'-1'-6'0,"35"3"0,14 1 0,11 1 0,29 1 0,9 0 0,-16 0 0,5 0 0,0 0 0,-2 0 0,-1 0 0,-3 0 831,22 0 0,-9 0-831,-24 0 0,-10 0 0,-5 0 0,-29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07.6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570 0 24575,'-40'7'0,"-19"16"0,-8 6 0,13-8 0,-1 1 0,-25 13 0,2 0 0,-4-1 0,39-17 0,32-9 0,28-6 0,18-2 0,14 2 0,14 7 0,8 10 0,9 11 0,-2 8 0,-10-4 0,-13-5 0,-19-9 0,-16-10-1696,-8-4 0,-7-4 0,-3-1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09.8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686 1 24226,'2'2'0,"-9"0"174,-23-1-174,-42-1 0,19 0 0,-5 1 0,-7 1 0,0 3 0,1 3 0,3 4 29,11 2 0,6 5-29,-19 28 29,26 6-29,22 2 88,11 2-88,9-3 0,14-2 0,23-4 0,24-4 0,17-7 0,4-10 0,-4-10 0,-12-9 0,-9-7 0,-9-6 0,-25 3 0,-7-3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10.6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 24575,'10'-3'0,"22"1"0,46 2 0,-16 0 0,5 0 0,8 0 0,1 0 0,-3 0 0,-3 0 0,-16 0 0,-7 0 0,1 0 0,-22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11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0 24262,'-3'3'0,"2"18"0,0 51 0,1-14 0,0 5 0,1 14 0,1 2 0,0 6 0,1 0 0,0-13 0,0-3 0,-1-12 0,0-5 39,0 19 0,-2-40 0,0-20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12.2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24575,'0'32'0,"1"24"0,2 27 0,1-32 0,1 0 0,7 43 0,1-16 0,-1-19 0,-5-23 0,-3-12 0,-2-8 0,-1-3 0,0-2 0,2 0 0,1-2 0,0-4 0,2-2 0,-3-3 0,0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13.6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7 294 24575,'-3'3'0,"1"-9"0,1-8 0,1-12 0,0-9 0,0-2 0,6-1 0,11 3 0,18 5 0,24 4 0,16 5 0,12 7 0,-1 5 0,-14 5 0,-14 2 0,-20 8 0,-15 9 0,-9 13 0,-8 13 0,-8 9 0,-10 5 0,-15 5 0,-19 11 0,14-31 0,-2 0 0,-4 1 0,-1-2 0,-1-1 0,-2-4 0,-34 18 0,13-22 0,15-14 0,20-12 0,15-6 0,17-2 0,11-1 0,10 3 0,5 4 0,7 13 0,12 19 0,13 16 0,10 8 0,1-10 0,-9-14 0,-9-14 0,-13-11 0,-9-7 0,-5-9 0,1-3 0,-14 2 0,0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15.0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118 768 24575,'0'-3'0,"7"2"0,10 0 0,9-2 0,2-6 0,-3-12 0,-6-12 0,-9-11 0,-10-2 0,-18 5 0,-17 13 0,-17 16 0,-2 23 0,9 27 0,16 22 0,17 11 0,7-7 0,9-17 0,6-19 0,9-13 0,9-14 0,4-14 0,3-14 0,-1-18 0,-2-17 0,-7-7 0,-10-9 0,-6-1 0,-7 0 0,-2 1 0,-5 3 0,-6 2 0,-7 6 0,-3 11 0,4 17 0,4 19 0,4 20 0,3 23 0,3 25 0,2 37 0,1-25 0,1 4 0,2 12 0,2 4 0,1 5 0,3 2 0,1-5 0,3-3 0,0-11 0,2-5 0,9 26 0,-1-39 0,-3-29 0,-1-25 0,6-12 0,-13 4 0,3-2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18.0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343 1 24575,'0'28'0,"0"27"0,0 21 0,0 11 0,0-13 0,0-20 0,0-11 0,0-13 0,0-10 0,0-10 0,0-10 0,0-16 0,-3-12 0,-4-10 0,-6-2 0,-8 6 0,-9 7 0,-13 11 0,-11 7 0,-6 5 0,9 10 0,16 8 0,16 10 0,13 6 0,8 0 0,10-6 0,9-5 0,9-4 0,4-5 0,1-4 0,-2-4 0,-2-2 0,-5 0 0,-6 0 0,-9-1 0,-4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0:18.9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 24575,'0'-2'0,"0"14"0,0 20 0,0 23 0,0 12 0,0-5 0,0-17 0,0-18 0,0-13 0,0-9 0,0-2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1:20.7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4449 445 24575,'-19'-8'0,"-20"-9"0,-26-11 0,-25-8 0,41 18 0,-1 2 0,0-1 0,0 2 0,-45-12 0,5 2 0,0 1 0,5 5 0,-3 4 0,0 6 0,-12 3 0,44 4 0,-1 0 0,-6-1 0,-2 0 0,-10 1 0,-2 0 0,-5 0 0,-2 0 0,-2 1 0,-2 0 0,1 1 0,1 0 0,7 0 0,0 0 0,3 0 0,1 0 0,6 0 0,2 0 0,5 0 0,2 0 0,1 0 0,0 0 0,3 1 0,1 0 0,0 0 0,1 1 0,-1-1 0,0 0 0,2 0 0,0 0 0,3 0 0,-1-1 0,1 1 0,0 1 0,-45 4 0,4 3 0,1 1 0,3 2 0,5 2 0,8 1 0,11 0 0,12 1 0,5 1 0,2 3 0,-4 1 0,-1 1 0,4-2 0,4-2 0,7-2 0,2-1 0,4 0 0,4-1 0,6-2 0,5 0 0,4-1 0,6 1 0,0-1 0,3 1 0,0-1 0,0 1 0,3-3 0,7-2 0,12-4 0,14-3 0,14 2 0,22 12 0,-24-1 0,3 3 0,16 8 0,5 2 0,13 6 0,4 1 0,-24-10 0,0-1 0,1 0 0,-1-1 0,0 0 0,-1-2 0,25 5 0,-2-4 0,-7-4 0,-3-4 0,-5-5 0,0-3 0,-2-1 0,0-2 0,-5-1 0,0 0 0,-2 1 0,-2 0 0,-3 1 0,-1 1 0,-2 1 0,-2 0 0,-1 1 0,0 0 0,46 7 0,-3-1 0,2-2 0,-1-3 0,-2-3 0,0-1 0,2-2 0,3 0 0,-46 1 0,-1-2 0,-1 1 0,0-1 0,40-3 0,-10-2 0,-15 0 0,-9 0 0,-8 2 0,-2 0 0,5-3 0,13-4 0,14-4 0,14-3 0,-42 8 0,0 0 0,0 0 0,1-1 0,-1-1 0,-1 0 0,42-14 0,-13-1 0,-14-3 0,-17-2 0,-18-1 0,-13-3 0,-9 1 0,-10 3 0,-8 1 0,-8 2 0,-7-1 0,-2-3 0,-2-2 0,0-1 0,-2 1 0,-5 4 0,-6 3 0,-18 0 0,-23-3 0,29 14 0,-3 0 0,-11-2 0,-2 0 0,-6-1 0,-2 0 0,-4 0 0,-1 0 0,1 2 0,1 2 0,5 1 0,1 3 0,6 2 0,2 3 0,4 2 0,2 2 0,5 1 0,0 1 0,0 0 0,0 1 0,2 3 0,0 1 0,0 3 0,1 1 0,-1 3 0,1 1 0,0 2 0,-1 0 0,-1-1 0,-1-1 0,0 0 0,0-1 0,-1-1 0,0 0 0,-1-2 0,1 0 0,1-1 0,0-1 0,-1 1 0,1 0 0,2-2 0,1 0 0,-46 4 0,3 2 0,46-6 0,0 1 0,-1 2 0,-1 0 0,0 1 0,0-1 0,-1 1 0,0 0 0,2 0 0,0-1 0,0 1 0,0 0 0,-46 8 0,6 0 0,8-1 0,8 0 0,8 0 0,5-1 0,3 2 0,-2 0 0,5 0 0,6-1 0,10-2 0,12-1 0,8-1 0,8-2 0,5 0 0,3 0 0,3-1 0,0 1 0,3-2 0,5-1 0,10-2 0,14-3 0,15 3 0,24 14 0,-22-1 0,4 4 0,13 7 0,5 3 0,12 3 0,4 0 0,0-2 0,2-2 0,1-2 0,0-4 0,-4-4 0,-1-2 0,-6-4 0,-1-2 0,-4-3 0,-1-2 0,-4-4 0,-2-1 0,-1-1 0,0-2 0,0 0 0,0 0 0,-1 0 0,-1 0 0,-2-2 0,-1 1 0,0-2 0,1 0 0,1-2 0,1 0 0,2-1 0,-1 0 0,-2 1 0,0-1 0,-2 1 0,-1 1 0,-2 0 0,-2 0 0,-1 1 0,-1-1 0,2 0 0,-1-1 0,0 0 0,-1-1 0,0-1 0,0-1 0,0 1 0,0-2 0,-1 1 0,-1-1 0,2 1 0,0 0 0,1 0 0,1 1 0,1 0 0,1 0 0,0 0 0,-1 2 0,-1-1 0,-1 1 0,-3 0 0,-1 1 0,38-4 0,-12 0 0,-11 0 0,-9-1 0,-7 0 0,-3-2 0,-4 2 0,-1 0 0,-2 1 0,-4 0 0,-9 1 0,-7 1 0,-9-2 0,-5-3 0,-3-7 0,-7-4 0,-7-3 0,-9 1 0,-10 1 0,-7 2 0,-9 3 0,-7 2 0,-5-1 0,-2-2 0,0-3 0,-2-1 0,-5-1 0,-8 2 0,-11 2 0,-11 1 0,47 9 0,-1 1 0,-3-1 0,1 0 0,-2-1 0,0 0 0,3-1 0,0 1 0,0 0 0,2 1 0,-41-8 0,18 5 0,18 3 0,24 4 0,17 4 0,9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1:28.5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24575,'24'44'0,"-2"-6"0,26 35 0,-11-19 0,2 0 0,-4-2 0,-1-1 0,0 0 0,-3-3 0,-3-7 0,-5-7 0,-5-8 0,-5-7 0,-5-7 0,-4-3 0,-2-2 0,-4-3 0,-4-1 0,-8-2 0,-10-7 0,-8-7 0,-7-9 0,0-6 0,4-1 0,8 3 0,7 5 0,7 6 0,5 5 0,10 8 0,10 9 0,9 7 0,8 7 0,2 2 0,-2-2 0,-2-4 0,-4-3 0,-3-3 0,0-2 0,1-2 0,5-1 0,1 1 0,-1-2 0,-4-3 0,-4 0 0,-4-2 0,-4-2 0,-5-9 0,-3-12 0,-5-16 0,-5-11 0,-5-1 0,-3 7 0,3 11 0,5 10 0,3 8 0,1 6 0,-1 5 0,1 4 0,1 1 0,0 2 0,1 1 0,0 1 0,1 0 0,1 1 0,-1-2 0,1-2 0,-1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2:13.6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72 24575,'60'0'0,"0"0"0,16 0 0,12 0 0,-11 0 0,10 0 0,6 0 0,2 0-1144,-6 0 0,2 0 0,3 0 0,2 0 0,3 0 1144,-16 0 0,2 0 0,2 0 0,1 0 0,1 0 0,2 0 0,-1 0-410,-4 0 1,1 0-1,1 0 1,1 0-1,0 0 1,0 0 0,0 0-1,0 0 410,1 0 0,1 0 0,0 0 0,0 0 0,0 0 0,-1 0 0,-1 0 0,-1 0 0,6 0 0,-1 0 0,0 0 0,-1 0 0,-2 0 0,0 0 0,-2 0-77,5 1 0,-2-1 1,0 0-1,-2 1 1,-1 0-1,-2-1 77,5 1 0,-1 0 0,-2-1 0,-2 1 0,-1 0-243,9 0 1,-2 0 0,-2 0-1,-1 0 243,-4 0 0,-1-1 0,-2 1 0,0 0 0,16-1 0,-1 0 0,-3 0 0,-9 0 0,-3 0 0,-2 0 852,21 0 1,-5 0-853,-12 0 0,-4 0 1823,-7 0 0,-3 0-1823,-6 0 0,0 0 1569,-1 0 1,0 0-1570,-3 0 0,0 0 894,-2 0 1,0 0-895,2 0 0,1 0 73,2 0 1,-1 0-74,0 0 0,-1 0 0,5 0 0,-1 0 0,2 0 0,0 0 0,4-2 0,0 0 0,2 0 0,-1-1 0,1 0 0,-1-1 0,-2 0 0,-1-1 0,-1 2 0,-2 0 0,-2 1 0,-1 0 0,-3 0 0,0 1 0,-1 1 0,0 0 0,-4 0 0,-2 0 0,-2-1 0,-1 0 0,31-1 0,-17-2 0,-22 0 0,-15-1 0,-13-1 0,-6 2 0,-2 1 0,-1 1 0,-2-1 0,-2 0 0,-2-1 0,-2 1 0,-1 1 0,-1 1 0,0 1 0,2 0 0,1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6:03.8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886 1 24575,'-13'0'0,"-4"0"0,-32 17 0,-35 30 0,24-9 0,-4 6 0,-5 7 0,2 3 0,5-1 0,3 1 0,8-5 0,5 0 0,10-8 0,4-2 0,-22 32 0,14-13 0,9-15 0,8-11 0,7-12 0,8-15 0,4-19 0,4-22 0,10-17 0,12-12 0,11 3 0,5 9 0,-3 10 0,-9 16 0,-9 9 0,-8 11 0,-9 13 0,-7 13 0,-7 15 0,-4 13 0,-3 5 0,0 3 0,0-3 0,2-6 0,2-6 0,3-9 0,2-8 0,3-5 0,3-6 0,6-8 0,13-11 0,15-11 0,13-9 0,8-2 0,2 5 0,-3 5 0,-7 8 0,-11 6 0,-9 3 0,-9 3 0,-7 1 0,-2 0 0,-3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5:42.4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24575,'36'0'0,"55"0"0,-3 0 0,13 0-1163,-12 0 1,6 0 0,4 0 1162,-13 0 0,4 0 0,1 0 0,1 0 0,2 0 0,0 0 0,1 0 0,-1 0 0,-3 0 0,-1 0 0,1 0 0,0 0 0,3 0 0,1 0 0,0 0 0,0 0-460,1 0 0,-1 0 0,1 0 0,2 0 460,-13 0 0,1 0 0,0 0 0,2 0 0,1 0-272,5 0 0,1 0 1,1 0-1,0 0 0,1 0 272,1 0 0,1 0 0,0 0 0,0 0 0,-1 0 0,0 0 0,0 0 0,0 0 0,0 0 0,-1 0 0,-2 0 0,0 0 0,0 0 0,-2 0 0,0 0-321,-5 1 1,0-1-1,-1 1 1,-1 0-1,-1 1 321,16 2 0,-1 0 0,-1 1 0,-1 1 30,-5 0 0,0 2 0,-2 1 0,-2 0-30,-8 0 0,-1 2 0,-2 0 0,-3-1 479,15 4 1,-4-1 0,-2 0-480,-13-2 0,-2-1 0,-3 0 1268,17 2 0,-6-1-1268,-14-3 0,-5 0 2141,40 3-2141,-22-4 1606,-10-2-1606,-1-1 447,7 2-447,16-2 0,-37-1 0,4-1 0,4-1 0,2 1 0,2 0 0,0 1 0,-2-1 0,-3 1 0,-5 0 0,-4 0 0,28 2 0,-24-1 0,-23-2 0,-15-1 0,-9-1 0,-3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5:58.3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730 1238 24575,'-19'0'0,"-17"0"0,-41-4 0,22-2 0,-3-3 0,-1-3 0,-1-2 0,1-4 0,4-2 0,-26-25 0,32-3 0,21 0 0,18 3 0,8 3 0,2 5 0,3-1 0,8-4 0,11-6 0,10-4 0,14-4 0,16-8 0,-23 28 0,2-2 0,7-4 0,3 0 0,1 0 0,1 1 0,-1 1 0,2 2 0,0 3 0,0 2 0,-1 5 0,0 1 0,5 3 0,0 2 0,0 3 0,1 3 0,-3 2 0,0 2 0,0 1 0,0 1 0,43-1 0,-1 5 0,-4 4 0,-1 2 0,-2 5 0,-9 7 0,-14 6 0,-15 8 0,-14 2 0,-7 2 0,-5 5 0,-2 2 0,1 6 0,-2 5 0,-2 5 0,-3 5 0,-5 5 0,-6 6 0,-9 14 0,-22 14 0,1-42 0,-6 1 0,-4 1 0,-5-1 0,-3-4 0,-1-3 0,3-7 0,-1-3 0,-28 15 0,2-21 0,-6-14 0,-16-6 0,29-6 0,-5 1 0,-14 2 0,-4 0 0,-11 1 0,-1-1 0,0-1 0,-1-2 0,3-2 0,1-4 0,9-4 0,3-5 0,8-3 0,2-3 0,3-3 0,4-4 0,10-1 0,2-3 0,-36-23 0,17-2 0,19-2 0,17 1 0,12-1 0,7-2 0,3-2 0,4-3 0,3-2 0,3 2 0,5 5 0,13 2 0,16 2 0,21-5 0,16-6 0,-30 29 0,2 1 0,3-1 0,1 1 0,3 1 0,1 2 0,1 3 0,1 2 0,1 3 0,2 3 0,2 1 0,0 4 0,1 2 0,0 2 0,2 2 0,0 0 0,-3 3 0,-1 1 0,-4 0 0,-1 1 0,40 6 0,-11 9 0,-9 14 0,-9 10 0,-10 3 0,-12-4 0,-13-6 0,-10-5 0,-8-5 0,-4-2 0,-3-9 0,-2-4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6:12.8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0 229 24575,'0'-12'0,"0"-10"0,2-13 0,11-10 0,14-3 0,15 12 0,7 15 0,-7 12 0,-11 14 0,-13 15 0,-10 14 0,-12 14 0,-12 2 0,-11-5 0,-13-12 0,-3-15 0,2-13 0,9-14 0,12-14 0,12-9 0,16-2 0,15 9 0,10 11 0,2 8 0,-10 12 0,-11 12 0,-10 9 0,-10 5 0,-10-6 0,-9-10 0,-5-13 0,5-15 0,9-11 0,10-8 0,19-2 0,14 9 0,10 9 0,0 10 0,-14 12 0,-10 10 0,-10 9 0,-12 5 0,-13-4 0,-8-9 0,-3-14 0,9-17 0,11-12 0,8-3 0,5 6 0,0 12 0,1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6:14.4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7 202 24575,'0'-20'0,"0"-8"0,4-11 0,12-4 0,16 7 0,11 12 0,0 13 0,-12 14 0,-13 17 0,-13 17 0,-16 15 0,-16 3 0,-14-7 0,-5-16 0,8-17 0,15-20 0,13-22 0,14-15 0,20-7 0,15 8 0,6 18 0,-7 13 0,-18 15 0,-12 13 0,-15 11 0,-13 8 0,-9-4 0,-4-12 0,9-14 0,10-21 0,10-17 0,11-7 0,10 5 0,8 15 0,1 17 0,-9 18 0,-11 14 0,-19 10 0,-14-2 0,-9-11 0,0-13 0,14-19 0,11-16 0,8 7 0,3-4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6:17.0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41 111 24575,'0'-15'0,"3"-6"0,8-7 0,12 2 0,8 10 0,2 11 0,-9 16 0,-11 16 0,-11 11 0,-16 7 0,-12-4 0,-10-9 0,-2-9 0,8-12 0,10-16 0,10-17 0,7-11 0,9-3 0,8 11 0,3 12 0,2 10 0,-7 4 0,-6 8 0,-6 9 0,-10 9 0,-6 2 0,-3-8 0,2-10 0,7-15 0,5-16 0,5-12 0,10-4 0,11 8 0,5 13 0,0 11 0,-10 10 0,-10 10 0,-13 10 0,-10 5 0,-7-4 0,-1-11 0,8-13 0,9-17 0,6-12 0,5-4 0,5 6 0,-2 11 0,1 8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7:55.1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24575,'27'3'0,"67"-1"0,-25-2 0,12 0 0,8 0-1483,-13 0 1,6 0-1,4 0 1,4 0-1,2 0 1483,-9 0 0,3 0 0,3 0 0,2 0 0,1 0 0,3 0 0,1 0-465,-10 0 1,3 0 0,1 0 0,1 0 0,2 0 0,1 0 0,0 0-1,1 0 1,0 0 464,-2 0 0,2 0 0,0 0 0,0 0 0,2 0 0,0 0 0,0 0 0,1 0 0,0 0 0,0 0-143,-5 0 1,0 0 0,1 0 0,1 0-1,0 0 1,0 0 0,0 0 0,-1 0-1,1 0 1,-2 0 0,0 0 142,6 0 0,-1 0 0,0 0 0,0 0 0,-1 0 0,0 0 0,0 0 0,-2 0 0,1 0 0,-2 0 0,3 0 0,1 0 0,-1 0 0,-1 0 0,0 0 0,-2 0 0,-1 0 0,-1 0 0,-2 0-172,11 0 1,-1 0 0,-2 0 0,-1 0 0,-3 0 0,-2 0 0,-2 0 171,12 0 0,-4 0 0,-2 0 0,-3 0 0,-3 0 302,4 1 1,-2-1 0,-4 2 0,-6-1-303,-3 2 0,-5 0 0,-6 1 1811,9 2 1,-6 2-1812,-16-1 0,-5 0 5428,18 1-5428,-16-5 3205,-8-3-3205,-12 0 887,-8 0-887,-8 0 0,-9 0 0,-3-1 0,-4 1 0,-1-1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8:00.9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 24575,'92'-3'0,"-18"1"0,13 1 0,-8 1 0,10 0 0,7 0 0,2 0-1371,-19 0 0,2 0 1,3 0-1,2 0 1,2 0-1,2 0 1371,3 0 0,3 0 0,2 0 0,1 0 0,2 0 0,0 0 0,0 0 0,-8 0 0,0 0 0,1 0 0,0 0 0,1 0 0,-1 0 0,0 0 0,0 0 0,-1 0 0,0 0 0,0 0 0,1 0 0,-2 0 0,0 0 0,-1 0 0,-2 0 0,4 0 0,-1 0 0,0 0 0,-2 0 0,-1 0 0,-3 0 0,-2 0 0,13 0 0,-3 0 0,-2 0 0,-4 0 0,-2 0 541,4 0 0,-4 0 0,-3 0 1,-6 0-542,-5 0 0,-5 0 0,-6 0 0,3 0 0,-10 0 330,4 0 0,-41 0 1,-11 0-1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9:12.8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24575,'36'0'0,"50"0"0,-5 0 0,14 0 0,-6 0 0,8 0 0,4 0-1320,-9 0 0,4 0 1,2 0-1,3 0 1320,-11 0 0,2 0 0,2 0 0,1 0 0,-1 0 0,5 0 0,0 0 0,0 0 0,1 0 0,-2 0 0,-4 0 0,0 0 0,0 0 0,-2 0 0,0 0 0,-5 0 0,0 0 0,-1 0 0,-1 0 0,-1 0-125,14 0 0,-1 0 0,-2 0 1,0 0 124,-5 0 0,-2 0 0,0 0 0,-1 0 0,-3 0 0,-1 0 0,-1 1 0,-1-1 165,19 1 0,-1 0 0,-3 1-165,-8 1 0,-1-1 0,-3 2 0,-8-1 0,-2 1 0,-3 0 0,24 2 0,-4 0 0,-14 0 0,-3-1 1221,-8 0 0,-3-1-1221,-2 0 0,0-1 923,-2 1 1,-1-1-924,-1-1 0,-1 1 497,0-1 0,-1 0-497,-2 1 0,-1 0 0,0 0 0,0 1 0,45 6 0,-10 3 0,-7 0 0,0 0 0,8-1 0,-37-7 0,2-1 0,9-1 0,2 0 0,2-2 0,1 0 0,2 0 0,-2 0 0,-4 0 0,-2 0 0,38 2 0,-23-1 0,-26-2 0,-18 0 0,-12 0 0,-7 0 0,-3 0 0,-4-1 0,-3-2 0,-2-2 0,-1 1 0,-1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9:38.0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24575,'11'0'0,"40"0"0,10 0 0,13 0 0,2 0 0,8 0 0,5 0-1340,-1 0 1,4 0-1,5 0 1,2 0 1339,-8 0 0,4 0 0,1 0 0,2 0 0,1 0-403,-11 0 0,1 0 1,1 0-1,1 0 1,1 0-1,-1 0 403,4 0 0,0 0 0,0 0 0,1 0 0,0 0 0,0 0 0,0 0 0,0 0 0,0 0 0,0 0 0,0 0 0,-2 0 0,-3 0 0,0 0 0,-1 0 0,0 0 0,-2 0 0,0 0 30,9 0 0,0 0 0,-2 0 0,-1 0 0,-2 0-30,-6 1 0,-1-1 0,-1 0 0,-2 0 0,-1 1 0,9 0 0,-1 0 0,-2 1 0,-3 0 0,17 1 0,-2 0 0,-5 1-19,-10-1 1,-4 0 0,-3 0 18,15 1 0,-6-1 1048,-18-2 0,-5 0-1048,29-1 3415,-27 0-3415,-24 0 2080,-12 0-2080,-1 1 88,4 2-88,5 3 0,1-1 0,-4-2 0,-7-1 0,-8-2 0,-4 0 0,-8 0 0,-3-1 0,-4 0 0,-3-1 0,0-2-1696,-1 1 0,3 1 0,-1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9:44.5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41 24575,'24'-3'0,"40"0"0,22 3 0,23 0 0,-23 0 0,11 0 0,5 0 0,5 0-1393,-19 0 1,4 0 0,4 0-1,1 0 1,2 0 0,1 0 1392,-15 0 0,1 0 0,3 0 0,0 0 0,0 0 0,0 0 0,0 0 0,-1 0 0,8 0 0,2 0 0,-1 0 0,-1 0 0,-1 0 0,-2 0 0,-1 0 21,2 0 0,-2 0 0,-1 0 0,-2 0 0,-2 0 0,-3 0-21,22 0 0,-3 0 0,-5 0 0,-6 0 523,-2 0 1,-6 0 0,-6 0-524,10 0 0,-9 0 0,-23 0 0,-6 0 0,14 0 4142,-16-3-4142,-1-1 2356,0-2-2356,0 1 159,-7 3-159,-9 0 0,-8 2 0,-10 0 0,-5-3 0,-5-1 0,-2 1 0,-1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9:55.5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7 21613,'-1'-3'0,"12"1"1423,42 1-1423,7 1 0,12 0 0,-2 0 0,8 0 0,5 0-542,-5 0 1,5 0 0,3 0 0,0 0 541,10 0 0,2 0 0,1 0 0,0 0 0,-19 0 0,1 0 0,-1 0 0,1 0 0,-2 0 0,18 0 0,-1 0 0,-1 0 0,-3 0 18,-12 0 0,-1 0 0,-2 0 0,-2 0-18,11 0 0,-3 0 0,-3 0 335,18 0 1,-7 0-336,-23 0 0,-5 0 0,36 0 0,-35 0 2048,-22 0-2048,-15 0 913,-8 0-913,-4 0 0,-5 0 0,-3 0 0,-1 0 0,0 0 0,1 0 0,1 0 0,1 0 0,-2 0 0,-3 0 0,-1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0:02.3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924 350 24575,'0'31'0,"0"9"0,3 18 0,1 3 0,1-5 0,-2 0 0,-3-5 0,-4 4 0,-7 0 0,-9-3 0,-9-7 0,-5-12 0,-3-10 0,-5-9 0,-16-1 0,-14 1 0,-12 4 0,-4 3 0,9 0 0,5-1 0,11-8 0,11-4 0,9-4 0,9-6 0,4-10 0,6-13 0,3-17 0,5-11 0,5-8 0,4-12 0,3-7 0,2-7 0,7 1 0,11 5 0,16 7 0,15 8 0,10 7 0,3 5 0,3 4 0,0 5 0,0 7 0,-1 5 0,-3 5 0,-2 5 0,-8 7 0,-6 5 0,-5 4 0,-2 4 0,4 2 0,1 1 0,-3 1 0,-7 6 0,-9 9 0,-5 9 0,-3 9 0,-3 4 0,-3 2 0,-4 3 0,-2 6 0,-2 8 0,0 9 0,0 3 0,0 3 0,-2-1 0,-5-1 0,-6-1 0,-6-5 0,-2-9 0,4-14 0,4-11 0,5-10 0,3-9 0,3-5 0,2-7 0,3-1 0,-2 0 0,2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0:17.0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6 24575,'6'-3'0,"1"1"0,3 2 0,4 1 0,3 4 0,1 10 0,-2 8 0,-2 7 0,-4 4 0,-3 2 0,-5 3 0,-3 9 0,-6 11 0,-6 11 0,-6 15 0,-1 11 0,13-46 0,0 1 0,3 0 0,1 1 0,0 47 0,11-9 0,13-10 0,14-18 0,11-20 0,4-18 0,0-14 0,-1-11 0,-1-13 0,-4-12 0,-9-9 0,-11-2 0,-13 3 0,-17 9 0,-14 10 0,-9 8 0,-7 13 0,3 9 0,2 11 0,3 10 0,6 5 0,6 2 0,7 0 0,6 4 0,5 12 0,2 24 0,0-26 0,1 4 0,1 9 0,0 2 0,1 4 0,0 0 0,0-3 0,0-3 0,-1-8 0,0-3 0,3 40 0,-4-23 0,-7-15 0,-13-11 0,-11-12 0,-11-12 0,-5-13 0,5-9 0,7-10 0,10-11 0,10-8 0,7-4-1696,3 4 0,1 12 0,0 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0:18.1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24575,'2'6'0,"12"-3"0,57 0 0,10-3 0,18 0-1983,-28 0 0,6 0 0,5 0 0,0 0 1983,13 0 0,3 0 0,2 0 0,-2 0 0,-3 0 0,1 0 0,-2 0 0,-3 0 741,13 0 1,-4 0 0,-8 0-742,5 0 0,-11 0 251,-30 0 1,-8 0-1,0 0 1,-34 0-1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0:20.7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6 24575,'-2'-3'0,"37"1"0,19 2 0,17-1 0,13 1 0,13 0 0,5 0-1064,-25 0 1,4 0-1,2 0 1,2 0 0,0 0 1063,8 0 0,2 0 0,1 0 0,0 0 0,-2 0 0,-6 0 0,0 0 0,-1 0 0,-3 0 0,-2 0 211,2 0 1,-2 0 0,-4 0 0,-3 0-212,4 0 0,-4 0 0,-7 0 508,1 0 0,-9 0-508,14 0 0,-45 1 0,-20 2 2762,-8-1-2762,-4 1 692,0-2-692,-2-1 0,-1 0 0,1 0 0,0 0 0,0 0 0,0 0 0,2 0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05.6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 24575,'33'0'0,"56"0"0,0 0 0,17 0 0,-23 0 0,8 0 0,6 0 0,2 0-1501,-5 0 0,2 0 0,3 0 0,2 0 0,1 0 1501,-19 0 0,2 0 0,1 0 0,1 0 0,1 0 0,0 0 0,0 0 0,3 0 0,1 0 0,1 0 0,0 0 0,-1 0 0,-1 0 0,-1 0 0,6 0 0,0 0 0,-2 0 0,0 0 0,-1 0 0,-1 0-105,-2 0 0,-1 0 0,1 0 0,-2 0 0,-1 0 1,-2 0 104,5 0 0,0 0 0,-3 0 0,-1 0 0,-1 0 0,13 0 0,-3 0 0,0 0 0,-2 0 0,-4 0 0,-1 0 0,-1 0 0,-2 0 201,-7 0 0,-2 0 1,-2 0-1,0 0-201,17 0 0,-2 0 0,-2 0-157,-7 0 0,-2 0 0,-1 0 157,-5 0 0,-2 0 0,0 0 1535,25 0 1,-3 0-1536,-2 0 0,-3 0 0,-2 0 0,-2 0 0,1 0 0,-1 0 1287,-3 0 1,0 0-1288,-1 0 0,-2 0 599,-5 0 1,-2 0-600,-4-1 0,-2 0 362,-4 0 1,-2 0-363,-6 0 0,-2-1 230,47 0-230,-47 2 0,1 0 0,4 0 0,3 0 0,5 0 0,1 0 0,5 0 0,0 0 0,0 0 0,-1 0 0,-7 0 0,-2 0 0,35 0 0,-33 0 0,-27 0 0,-18 0 0,-10 0 0,-7 0 0,-3 0 0,-1 0 0,2 0 0,1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08.3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189 1038 24575,'0'-37'0,"0"-16"0,0-17 0,0-16 0,1-7 0,9 0 0,12 3 0,16 9 0,14 10 0,8 5 0,9 3 0,9 2 0,-38 32 0,2 1 0,43-20 0,-6 13 0,-9 14 0,-9 11 0,-10 7 0,-2 7 0,0 11 0,7 10 0,5 8 0,3 4 0,2 0 0,4 4 0,6 7 0,3 8 0,-1 8 0,-8-1 0,-12-1 0,-14-6 0,-11 4 0,-9 9 0,-5 10 0,-5 10 0,-3 0 0,-5-6 0,-2-4 0,-2-5 0,-2-4 0,-2-5 0,-6-9 0,-6-12 0,-11-10 0,-14-2 0,-18 6 0,-27 10 0,31-20 0,-3 0 0,-8 0 0,-3-2 0,-3-2 0,-2-3 0,-2-3 0,1-5 0,-1-3 0,0-4 0,0-5 0,0-5 0,4-2 0,3-4 0,3-4 0,2-4 0,6-1 0,3-3 0,7 0 0,3-3 0,-33-26 0,13-5 0,8-6 0,5-7 0,3-8 0,11-8 0,12-3 0,13 4 0,8 6 0,12 3 0,14-2 0,16-8 0,-14 41 0,1 0 0,1 1 0,0 2 0,22-33 0,-6 19 0,-6 16 0,-5 18 0,-7 11 0,-5 7 0,-3 2 0,-3 1 0,-4 1 0,-4 2 0,-3-1 0,-3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0.4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24575,'0'7'0,"0"4"0,0 3 0,0 3 0,0 0 0,0-3 0,0-1 0,1-3 0,2-3 0,3-4 0,5-2 0,6-4 0,13-2 0,25-1 0,41 2 0,-22 3 0,10 2 0,-8 1 0,6 2 0,3 1-497,-9 0 1,3 1-1,1 0 1,2 1 496,9 1 0,2 1 0,2 0 0,0 0 0,-13-1 0,1 0 0,0 0 0,0 0 0,0-1 0,16 2 0,0 1 0,-1-2 0,0 0 0,-2-1 0,-1 0 0,0-1 0,-2-1 0,-5-1 0,-2 0 0,-1-1 0,-2-1-273,16 1 1,-3-1 0,-2-1 272,-6 0 0,-3-1 0,-1-1 0,-7 2 0,-2-1 0,0-1 0,-1 0 0,0-1 0,1-1 0,2 0 0,1 0 0,0-1 0,4 1 0,0-2 0,1 1 0,-1 0 0,-1 0 0,0 1 0,-3 1 0,-1 0 0,-1 1-66,-5 1 0,-1 0 0,-1 2 66,27 1 0,-2 2 0,-3 3 0,-1 1 0,-1 2 0,-2 0 0,-5 0 0,0-1 0,-5-1 0,-1-1 0,-7-3 0,-2-2 938,-8 0 1,-3-2-939,44 0 894,-23-1-894,-20 0 230,-11 0-230,-4 0 0,5 0 0,3 0 0,-3 0 0,-10 0 0,-16-2 0,-11-5 0,-9-4 0,-7-10 0,-5-8 0,-3-10 0,1-5 0,2 2 0,5 9 0,1 11 0,-2 11 0,5 7 0,-2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2.7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0 193 24575,'62'0'0,"-1"0"0,28 0 0,13 0 0,-24 0 0,8 0 0,5 0 0,6 0-1570,-10 0 0,5 0 0,3 0 0,4 0 0,2 0 0,2 0 1570,-12 0 0,3 0 0,1 0 0,2 0 0,2 0 0,1 0 0,1 0 0,0 0-312,-11 0 0,1 0 0,0 0 1,2 0-1,1 0 0,0 0 1,0 0-1,1 0 0,0 0 1,0 0 311,-5 0 0,1 0 0,0 0 0,1 0 0,-1 0 0,1 0 0,0 0 0,0 0 0,-1 0 0,0 0 0,0 0 0,5 0 0,-1 0 0,1 0 0,-1 0 0,0 0 0,-1 0 0,1 0 0,-1 0 0,1 0 0,-1 0 0,0 0 0,0 0 0,-1 0 0,1 0 0,0 0 0,-1 0 0,0 0 0,0 0 0,0 0 0,0 0 0,8 0 0,-1 0 0,1 0 0,-1 0 0,0 0 0,0 0 0,-1 0 0,0 0 0,0 0-78,-4 0 1,0 0 0,0 0 0,-1 0 0,0 0 0,0 0 0,0 0 0,-1 0 0,0 0 77,-2 0 0,0 0 0,0 0 0,0 0 0,-1 0 0,0 0 0,-1 0 0,-1 0 0,-2 0-198,14 0 1,-1 0 0,-1 0-1,-1 0 1,-2-1 0,-1 1-1,0-1 198,5 1 0,-2-1 0,0-1 0,-2 1 0,-2 0 0,0-1 214,7 1 1,-2-1 0,-1 0 0,-2 0 0,-1 0-215,-8-1 0,-1 1 0,-2-1 0,0 0 0,-1 1 580,19-1 0,-2-1 0,0 1 0,0 0-580,-2 0 0,0 1 0,0-1 0,0 0 0,0-1 0,0-1 0,-1 1 0,0-1 0,0-1 0,-1 0 0,0 0 0,0-1 0,1 0 0,0 0 0,0 0 0,-1 0 0,-3 0 0,-1 0 0,-1 1 0,0 0 0,0 1 0,0 0 0,-1 1 0,0 0 655,-3 1 1,0 1-1,0 0 1,-2 1-656,-3 0 0,-2 0 0,0 0 0,-1 1 0,21 0 0,-1 0 0,-1 0 756,-6 0 0,-2 0 0,-2 0-756,-8 0 0,-3 0 0,-1 0 1063,21 0 0,-5 0-1063,-19 0 0,-7 0 1966,24 0-1966,-33 0 1497,-33-1-1497,-17 0 740,-8-2-740,-5 1 0,1-1 0,3 2 0,0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0 24575,'0'21'0,"-2"20"0,-3 27 0,-2 19 0,0 4 0,3-11 0,3-22 0,2-16 0,4-16 0,8-9 0,10-2 0,5 0 0,2-4 0,-3-2 0,-1-5 0,-1-1 0,0 0-1696,-1 1 0,-11-1 0,-4-2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4.9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1 338 24575,'0'-14'0,"0"-18"0,0-23 0,0-10 0,0-6 0,0 21 0,0 15 0,0 20 0,0 25 0,0 17 0,0 15 0,9 15 0,12 13 0,16 18 0,-13-38 0,1-1 0,2 1 0,-1-2 0,21 35 0,-13-23 0,-10-21 0,-14-23 0,-5-9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5.5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24339,'0'2'0,"4"0"117,10-1-117,13-1 40,9 0-40,9 0 5,-9 0 0,-12 0 0,-12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6.8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1 203 24575,'0'86'0,"0"-35"0,0 4 0,0 30 0,0 3 0,0-13 0,0-5 0,0-14 0,0-6 0,0 5 0,0-32 0,0-38 0,0-28 0,0-22 0,0-29 0,0 44 0,0-2 0,0-7 0,0-1 0,0 1 0,0-1 0,3 4 0,3 1 0,2 3 0,3 4 0,17-21 0,3 26 0,-7 26 0,-5 22 0,-7 15 0,-5 13 0,-5 11 0,-11 4 0,-10-4 0,-7-7 0,0-12 0,7-11 0,12-7 0,15-6 0,11-1 0,11 0 0,2 0 0,-3 3 0,-1 9 0,-2 14 0,-3 11 0,-4 8 0,-8-3 0,-9-3 0,-14-3 0,-12-6 0,-7-7 0,-2-8 0,6-7 0,8-4 0,9-4 0,5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7.4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0 24575,'-3'8'0,"1"14"0,2 16 0,0 18 0,0 9 0,0-9 0,0-22 0,0-16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18.3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24575,'11'5'0,"12"16"0,17 21 0,13 23 0,0 18 0,-16 9 0,-24-42 0,-5 1 0,-3 4 0,-5 0 0,-5 5 0,-5-1 0,-2 0 0,-5-1 0,-3-6 0,-3-3 0,-24 27 0,11-30 0,14-26 0,12-13 0,8-8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22.5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1 255 24575,'0'30'0,"0"4"0,0 5 0,0-10 0,4-14 0,8-16 0,13-12 0,28-8 0,28-1 0,-25 12 0,5 1 0,13 2 0,3 2 0,5 0 0,1 2 0,1 0 0,0 1 0,-2 0 0,-1 1 0,-6 0 0,-1 0 0,-4 1 0,-1 0 0,-7 0 0,-3 0 0,39 0 0,-25 0 0,-24 0 0,-19-1 0,-17-3 0,-7-2 0,-5-4 0,-3-6 0,-6-8 0,-4-9 0,-3-6 0,1-1 0,2 6 0,1 5 0,0 8 0,-1 3 0,0 7 0,2 5 0,1 3 0,3 7 0,3 8 0,2 16 0,1 14 0,0 7 0,0 2 0,0-6 0,0-4 0,0 0 0,0 3 0,0 6 0,-1-1 0,-3-4 0,-4-11 0,-3-10 0,-6-8 0,-3-5 0,-5-5 0,-5-4 0,-5-8 0,-14-6 0,-23-2 0,-24 2 0,41 9 0,-2 0 0,-2 2 0,1 0 0,4 0 0,2-2 0,-37-7 0,15-7 0,14-4 0,9-1 0,5 0 0,4 1 0,5 1 0,4-3 0,3 0 0,-3-7 0,-3-3 0,1-4 0,4-1 0,9 4 0,9 5 0,6 7 0,2 8 0,2 9 0,0 9 0,2 12 0,1 14 0,-2 11 0,-2 9 0,0 2 0,-1 3 0,0 8 0,-1 5 0,0-1 0,2-12 0,2-17 0,3-15 0,5-12 0,9-6 0,15-4 0,31-5 0,39-5 0,-32 2 0,5-1 0,15-3 0,4-1 0,-25 4 0,0-1 0,1 1 0,1-1 0,0 0 0,-1 0 0,27-4 0,-3 1 0,-13 3 0,-4 0 0,-15 2 0,-5 0 0,22 1 0,-24 1 0,-24 0 0,-14-4 0,-9-5 0,-4-7 0,-2-3 0,0 0 0,0 0 0,0 0 0,0 0 0,0 0 0,-1 6 0,0 7 0,-3 6 0,1 4 0,1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23.5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 0 24575,'-6'10'0,"3"10"0,-5 37 0,0 37 0,3-30 0,-1 4 0,1 6 0,0 1 0,2-6 0,1-1 0,0-4 0,2-2 0,3-8 0,2-1 0,14 43 0,13-17 0,11-21 0,6-22 0,-6-19 0,-7-10 0,-9-7 0,-16 0 0,-4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24.5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24575,'22'2'0,"18"16"0,19 18 0,9 17 0,-6 19 0,-17 9 0,-30-34 0,-4 3 0,-3 9 0,-3 2 0,-3 8 0,-4 1 0,-2 1 0,-3-1 0,-3-4 0,-4-5 0,-1-10 0,-3-5 0,-17 14 0,8-23 0,11-20 0,7-12 0,5-7 0,3-11 0,0 7 0,0-5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1:29.3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544 1580 24575,'-14'0'0,"-14"0"0,-22 0 0,-17 0 0,-8 0 0,8-3 0,16-8 0,13-13 0,11-14 0,10-11 0,7-8 0,5-4 0,2-12 0,2-11 0,8-8 0,8-4 0,8 2 0,9 5 0,2 6 0,6 9 0,11 4 0,8 6 0,11-1 0,5 0 0,-1 3 0,-35 31 0,1 0 0,39-28 0,1 7 0,3 4 0,-3 9 0,-2 7 0,-6 12 0,-8 10 0,-3 7 0,-5 3 0,-4 4 0,-4 5 0,-3 10 0,-2 9 0,0 9 0,0 8 0,-4 7 0,-3 14 0,-7 21 0,-16-35 0,-1 2 0,-2 5 0,-1 0 0,-2 2 0,-1-1 0,-2-4 0,-1 0 0,-2-2 0,-3-2 0,-4 1 0,-4 0 0,-4 0 0,-5 0 0,-6 1 0,-5 0 0,-7 2 0,-6-1 0,-5 1 0,-4 0 0,-7 1 0,-3-2 0,-1-1 0,-1-2 0,1-3 0,0-3 0,4-6 0,2-4 0,7-8 0,0-4 0,-37 9 0,13-18 0,-1-11 0,-5-9 0,-10-9 0,-7-8 0,2-8 0,12-8 0,14-14 0,20-15 0,16-19 0,21 34 0,3-1 0,2-6 0,3-2 0,0-5 0,2-2 0,4 0 0,2-1 0,4-1 0,4 0 0,3 3 0,3 1 0,2 6 0,3 1 0,2 1 0,2 2 0,0 6 0,2 3 0,2 3 0,2 2 0,2 3 0,1 3 0,40-28 0,-36 34 0,3 2 0,3 0 0,1 2 0,2 2 0,1 1 0,0 2 0,1 2 0,2 2 0,0 1 0,-2 2 0,0 2 0,0 1 0,0 3 0,47-3 0,-12 6 0,-11 4 0,-12 5 0,-6 18 0,-4 28 0,-25-10 0,-3 9 0,3 36 0,-6 12 0,-7-12 0,-2 5 0,-2-7 0,2 4 0,-3-4 0,-5 1 0,0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2:39.8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13 24575,'5'-6'0,"49"3"0,8 1 0,18 1 0,9 1-1693,-6 0 0,7 0 1,7 0-1,3 0 0,4 0 1693,-23 0 0,4 0 0,2 0 0,3 0 0,1 0 0,0 0 0,1 0 0,0 0 0,-5 0 0,2 0 0,1 0 0,1 0 0,0 0 0,-1 0 0,0 0 0,-2 0 0,-2 0 0,14 0 0,-1 0 0,-1 0 0,-2 0 0,-2 0 0,-2 0 0,-3 0 230,12 0 0,-2 0 0,-4 0 0,-5 0 0,-7 0-230,11 0 0,-8 0 0,-12 0 768,-12 0 1,-10 0-769,1 0 0,-45 0 0,-12 0 4492,-1 0-4492,-2 0 0,2 0 0,1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2:54.0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13 24575,'29'0'0,"13"0"0,16 0 0,11 0 0,15 0 0,10 0 0,8 0-1229,-24 0 0,5 0 0,5 0 0,4 0 1,4 0-1,3 0 0,2 0 0,2 0 1114,-19 0 0,2 0 1,3 0-1,2 0 1,2 0-1,1 0 0,2 0 1,1 0-1,1 0 1,0 0-1,1 0 1,0 0-1,0 0-29,-4 0 0,2 0 1,2 0-1,0 0 0,1 0 1,1 0-1,0 0 1,1 0-1,0 0 0,0 0 1,-1 0-1,0 0 0,0 0 1,-2 0-1,0 0 144,3 0 0,-1 0 0,1 0 0,0 0 0,0 0 0,-1 0 0,0 0 0,0 0 0,-1 0 0,-1 0 0,-1 0 0,-2 0 0,0 0 0,-2 0-30,12 0 0,-1 0 0,0 0 0,-2 0 1,-1 0-1,-1 0 0,-1 0 0,-3 0 1,-2 0-1,-3 0 0,-2 0 30,19 0 0,-3 0 0,-3 0 0,-4 0 0,-3 0 0,-4 0 0,-4 0-77,2 0 0,-5 0 0,-3 0 1,-5 0-1,-4 0 77,19 0 0,-6 0 0,-11 0 1558,-9-1 0,-14 0-1558,-16-2 1165,-38-1 0,-1 1 0,-2 2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3:39.2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24 24575,'99'0'0,"1"0"0,-1 0 0,-11 0 0,1 0 0,5 0 0,8 0-696,-19 0 1,7 0 0,4 0-1,2 0 1,1 0 0,-1 0 0,-3 0 695,7 0 0,0 0 0,0 0 0,-2 0 0,-1 0 0,-2 0 0,8 0 0,-2 0 0,-1 0 0,-4 0 0,-4 0 0,-1 0 0,-3 0 0,-6 0 0,-4 0 492,-3 0 1,-5 0 0,-9 0-493,37 0 790,-50-1-790,-32 0 0,-11-2 0,-1 1 2599,0-1-2599,-3-1 0,-1 0 0,-1 1 0,0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4:26.2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1552 325 24575,'0'22'0,"0"10"0,0 15 0,0 11 0,0 3 0,0 9 0,-4 2 0,-9 3 0,-14 2 0,-12-6 0,-7-4 0,-1-12 0,-1-6 0,-2-6 0,-7-1 0,-9-2 0,-10-3 0,-6-6 0,2-6 0,3-7 0,10-9 0,6-3 0,7-5 0,5-7 0,-3-9 0,-6-12 0,-7-12 0,-2-6 0,2-4 0,4-2 0,5-4 0,5-3 0,9-5 0,10 0 0,9 3 0,8 6 0,4 5 0,5 1 0,3-1 0,1-3 0,3-2 0,2-4 0,5 1 0,4 1 0,6 2 0,5 7 0,4 9 0,5 8 0,3 9 0,1 5 0,2 0 0,2 1 0,0-1 0,4 0 0,4 1 0,7 0 0,8 3 0,4 3 0,-1 5 0,-2 4 0,-3 0 0,-4 0 0,-3 3 0,-3 5 0,-2 5 0,0 5 0,-4 2 0,-5 2 0,-5 0 0,-3 1 0,-1 2 0,-2 1 0,-3 2 0,-1 2 0,-4 2 0,-4 4 0,0 9 0,-2 9 0,-1 10 0,-3 5 0,-2-1 0,-5-5 0,-2-8 0,-1-8 0,-1-8 0,0-9 0,0-8 0,0-7 0,0-6 0,0-7 0,0-1 0,0-6 0,0 4 0,0-3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4:56.0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34 24575,'3'-6'0,"66"2"0,-8 3 0,14 0 0,14 1-1405,-17-1 1,9 1 0,7 0-1,5 0 1,4 1 0,2-1-1,1 0 1256,-12 0 0,3 0 0,2 0 0,2 0 0,2 0 0,2 0 0,1 0 0,0 0 0,1 0 0,-1 0 149,-8 0 0,1 0 0,1 0 0,2 0 0,-1 0 0,2 0 0,-1 0 0,1 0 0,-1 0 0,0 0 0,-1 0 0,-1 0-63,7 0 1,0 0-1,0 0 1,1 0 0,-1 0-1,0 0 1,-2 0-1,-1 0 1,-3 0 0,-1 0-1,-4 0 63,10 0 0,-2 0 0,-3 0 0,-1 0 0,-4 0 0,-1 0 0,-3 0 0,-3 0 334,21 0 1,-4 0 0,-4 0 0,-6 0 0,-7 0-335,11 0 0,-8 0 0,-11 0 0,-8-1 0,-12 1 0,-1-2 5026,-43-2-5026,-15 0 4498,-6 0-4498,-2 0 0,4 2 0,3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4:59.7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1777 1 24575,'-47'10'0,"-27"20"0,17-4 0,-7 3 0,-17 11 0,-3 3 0,-2 1 0,-1 2 0,-1 0 0,3 1 0,8-4 0,4 1 0,12-4 0,3 3 0,4 2 0,3 4 0,3 2 0,4 3 0,-3 8 0,2 4 0,-5 6 0,0 1 0,3-3 0,2-1 0,6-6 0,2-2 0,9-13 0,4-5 0,-4 15 0,14-22 0,10-21 0,3-18 0,1-10 0,0-11 0,1-5 0,3-3 0,2-4 0,5-9 0,7-10 0,4-4 0,3 3 0,-3 8 0,-5 11 0,-2 8 0,-5 7 0,-5 7 0,-9 8 0,-6 16 0,-4 19 0,-4 17 0,-2 15 0,-3 4 0,-1-2 0,0-4 0,3-8 0,3-5 0,3-3 0,1-2 0,0-3 0,1-5 0,1-4 0,4-6 0,6-8 0,11-12 0,14-14 0,16-12 0,13-12 0,7-6 0,7-4 0,8-1 0,11 1 0,-35 23 0,1 1 0,2 0 0,0 3 0,-1 2 0,-1 1 0,33-8 0,-25 11 0,-23 7 0,-19 3 0,-13 3 0,-8 0 0,-3 0-1696,0 2 0,3-2 0,2 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5:08.1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1 116 24575,'17'0'0,"43"0"0,6 0 0,11 0 0,0 0 0,8 0 0,5 0-1227,-4 0 0,4 0 1,3 0-1,2 0 1227,-9 0 0,3 0 0,1 0 0,0 0 0,1 0 0,4 0 0,2 0 0,-1 0 0,1 0 0,-1 0 0,-1 0 0,0 0 0,0 0 0,-1 0 0,1 0-376,1 0 1,1 0 0,-1 0 0,0 0 0,0 0 375,0 0 0,-1 0 0,0 0 0,0 0 0,0 0 0,0 0 0,0 0 0,0 0 0,0 0 0,0 0 0,2-2 0,0 1 0,0-1 0,0 0 0,-2-1-57,-7 1 0,-1-2 0,-1 1 1,0-1-1,-2 0 57,-2 0 0,-1-1 0,-1 0 0,0 0 0,-2-1-238,14 0 0,-2 0 0,-1 0 0,-3 0 238,17 0 0,-4 1 0,-2 0 507,-9 2 1,-3-1 0,-3 2-508,19 0 0,-6 1 1252,-17-2 1,-4 1-1253,-11 1 0,-3 0 2130,38-2-2130,-13 1 1422,-10 2-1422,-6 0 439,-1 0-439,-3 0 0,-11 0 0,-13 0 0,-13 0 0,-13 0 0,-5 0 0,-4 0 0,-1 0 0,-1 0 0,-1 0 0,-1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5:13.7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198 1 24575,'0'36'0,"0"11"0,0 10 0,0 24 0,0 7 0,0-19 0,0 2 0,0 0 0,0 0 0,0 0 0,0-3 0,0 16 0,0-6 0,0-17 0,0-5 0,0 20 0,0-40 0,0-21 0,-1-17 0,-3-21 0,-2-25 0,0-25 0,1-17 0,3-5 0,2-1 0,0 44 0,0-2 0,0-5 0,0-2 0,0-1 0,0 1 0,0 2 0,0 3 0,0-33 0,0 33 0,-2 22 0,-2 18 0,-1 10 0,0 3 0,-2 2 0,-1 3 0,-4 17 0,-2 19 0,-4 19 0,-3 9 0,0-10 0,3-15 0,3-15 0,4-13 0,3-8 0,4-9 0,4-17 0,12-18 0,16-14 0,12-4 0,4 11 0,-9 15 0,-12 17 0,-9 10 0,-2 13 0,0 8 0,1 9 0,-2 6 0,-2 1 0,-2 1 0,0 3 0,2-1 0,2-5 0,1-7 0,-2-6 0,-3-10 0,-3-3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5:14.6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24575,'0'93'0,"0"0"0,0-18 0,0 6 0,0 5 0,0 3 0,0 3 0,-1 4 0,1 4 0,1 1 0,-1 1-1285,0-11 1,1 1-1,-1 2 1,1-1-1,0 0 1,0-2 1284,1 12 0,0-1 0,1-1 0,-1-3 0,1-5 0,-1 1 0,1-4 0,1-5 0,-1-5 725,1-2 1,0-6 0,-1-8-726,0-5 0,-1-10 1224,-2-7-1224,-3-42 0,3-8 0,-4-2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5:15.5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 24575,'3'-2'0,"46"0"0,33 1 0,23 1-2458,-22 0 0,9 0 1,6 0-1,2 0 2209,-19 0 1,3 0 0,3 0 0,1 0-1,1 0 1,2 0 248,-6 0 0,2 0 0,2 0 0,0 0 0,1 0 0,-2 0 0,-2 0 190,9 0 0,-1 0 0,-1 0 1,-2 0-1,-1 0 0,-3 0-190,2 0 0,-2 0 0,-2 0 0,-3 0 0,-3 0 643,28 0 1,-6 0 0,-11 0-644,-5 0 0,-12 0 0,10 0 0,-46 0 0,-29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5:18.3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190 71 24575,'-3'-10'0,"5"-7"0,15-2 0,12 2 0,9 9 0,-1 14 0,-12 20 0,-10 22 0,-9 24 0,-10 11 0,-16-4 0,-15-15 0,-15-21 0,-3-21 0,6-21 0,11-20 0,15-15 0,10-13 0,12-1 0,11 10 0,9 13 0,4 14 0,-2 13 0,-8 13 0,-9 9 0,-13 8 0,-16-2 0,-11-7 0,-3-10 0,12-22 0,13-22 0,10-16 0,14-5 0,14 15 0,11 18 0,2 20 0,-8 17 0,-11 15 0,-10 11 0,-16 5 0,-18-2 0,-15-9 0,-8-12 0,6-13 0,12-18 0,13-24 0,17-19 0,21-13 0,23 2 0,15 18 0,-2 19 0,-14 19 0,-19 24 0,-14 19 0,-17 15 0,-21 3 0,-18-12 0,-12-17 0,1-19 0,11-27 0,16-22 0,13-21 0,23-7 0,22 8 0,22 16 0,10 19 0,-8 16 0,-17 19 0,-18 18 0,-16 11 0,-21 9 0,-17-9 0,-13-11 0,-2-13 0,12-22 0,12-20 0,14-19 0,16-11 0,21 5 0,16 17 0,9 17 0,-5 21 0,-15 20 0,-15 14 0,-16 12 0,-15-1 0,-15-10 0,-10-13 0,0-12 0,9-20 0,14-24 0,16-18 0,19-9 0,19 11 0,11 19 0,-2 18 0,-11 18 0,-16 12 0,-11 14 0,-16 9 0,-20 3 0,-13-6 0,-6-12 0,7-13 0,16-21 0,12-21 0,20-18 0,23-10 0,21 6 0,13 18 0,-9 15 0,-17 15 0,-19 16 0,-14 13 0,-16 9 0,-12 0 0,-6-11 0,2-12 0,12-9 0,9-5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3:16.3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681 2252 24575,'-29'-5'0,"-19"-12"0,-11-11 0,-6-13 0,9-10 0,13-8 0,6-10 0,7-15 0,16 35 0,0-2 0,1-1 0,1-1 0,-3-5 0,1-1 0,0 1 0,1-1 0,0 0 0,2-1 0,1 0 0,2-1 0,1 4 0,2-1 0,0 3 0,2 0 0,1 2 0,1 2 0,0-41 0,12 9 0,11 13 0,14 5 0,15-5 0,12-6 0,-30 36 0,1 0 0,0 1 0,0 0 0,30-25 0,-6 14 0,3 8 0,2 9 0,1 5 0,-3 9 0,-5 7 0,-7 6 0,-6 5 0,3 1 0,4 3 0,8 4 0,5 6 0,-3 6 0,-7 1 0,-10 2 0,-7 3 0,-1 4 0,2 4 0,-2 1 0,-2 1 0,-4 1 0,-2 6 0,2 8 0,2 8 0,1 3 0,-3-3 0,-4-3 0,-4-3 0,-4-1 0,0 3 0,-3 10 0,-4 10 0,-3 9 0,-5 7 0,-1-2 0,-1-7 0,0-8 0,0-9 0,-5 0 0,-9 0 0,-7-1 0,-10-3 0,-3-7 0,-7 2 0,-10 8 0,-12 14 0,28-34 0,-1-2 0,0-1 0,-1-2 0,-35 24 0,0-18 0,-6-17 0,-5-13 0,-3-8 0,0-5 0,7-1 0,5-4 0,5-8 0,4-9 0,0-10 0,-3-7 0,1-3 0,3-6 0,3-9 0,6-3 0,1-8 0,-1-5 0,5-2 0,5-8 0,12-10 0,22 41 0,2 0 0,4 1 0,2-1 0,1-3 0,2-1 0,4-2 0,1 0 0,2-2 0,3 0 0,1-5 0,3 2 0,0 3 0,1 2 0,-1 5 0,-1 3 0,13-33 0,0 22 0,1 17 0,4 10 0,11-5 0,15-10 0,10-7 0,7-2 0,1 1 0,-5 6 0,-2 8 0,-6 11 0,-8 13 0,-7 9 0,-5 6 0,-3 2 0,3 2 0,3 3 0,3 4 0,4 4 0,7 6 0,1 6 0,-3 4 0,-9 2 0,-15-2 0,-12-7 0,-9-4 0,-7-4 0,-4-7 0,-1-2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3:28.7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976 1295 24575,'-8'0'0,"-11"0"0,-18 0 0,-25 0 0,-30 0 0,35 0 0,-2 0 0,-4 0 0,1 0 0,1 0 0,1 0 0,7-1 0,3-2 0,-26-11 0,19-15 0,20-14 0,12-10 0,4-5 0,4 1 0,3 1 0,3 2 0,5 2 0,2 0 0,-2-2 0,0-3 0,0-2 0,1 0 0,4 3 0,2 3 0,9 0 0,19-3 0,17-5 0,20-3 0,6 2 0,-2 7 0,-4 11 0,-6 10 0,-2 9 0,-1 8 0,1 8 0,-1 5 0,-3 3 0,0 4 0,-5 6 0,-4 7 0,-4 8 0,-7 6 0,-5 5 0,-4 4 0,-3 4 0,-2 2 0,2 2 0,-2 5 0,0 9 0,1 11 0,0 7 0,1 0 0,-3-9 0,0-6 0,-3-7 0,-2-1 0,-4 3 0,-4-2 0,-4-5 0,-2-5 0,0-5 0,-1 0 0,-5 0 0,-4-2 0,-6-2 0,-3-2 0,-1-5 0,-2-3 0,1-7 0,-4-2 0,-2-3 0,-5-2 0,-4-3 0,-7-5 0,-11-4 0,-14-2 0,-6 0 0,5 0 0,14 0 0,28 0 0,13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3:31.0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198 38 24575,'0'30'0,"0"57"0,0-9 0,0 10 0,0-17 0,0 3 0,0 1 0,0 3 0,0 2 0,0-4 0,0 23 0,0-8 0,0-25 0,0-8 0,0 15 0,0-40 0,0-24 0,0-20 0,0-24 0,0-24 0,0-19 0,0-7 0,0 5 0,0 9 0,0 7 0,0 2 0,0-7 0,0-13 0,0-6 0,0-4 0,0 5 0,0 13 0,0 17 0,0 17 0,0 15 0,0 8 0,0 3 0,-4 6 0,-4 3 0,-4 9 0,-6 12 0,-2 11 0,-4 13 0,-1 8 0,2 1 0,3-1 0,5-7 0,4-9 0,1-7 0,3-11 0,7-15 0,14-20 0,15-19 0,11-13 0,1-1 0,-7 10 0,-10 13 0,-7 13 0,-5 12 0,-3 8 0,-4 10 0,-3 6 0,-1 6 0,-1 1 0,0-2 0,0-4 0,1-3 0,2-4 0,1-3 0,0-2 0,-1-2 0,-2 1 0,-1-3 0,0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3:35.2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535 0 24575,'-8'8'0,"-7"7"0,-13 18 0,-13 16 0,-12 16 0,-8 13 0,30-38 0,0-1 0,-1 2 0,1 0 0,-26 35 0,13-9 0,11-12 0,10-8 0,8-7 0,4-4 0,3-4 0,2-6 0,2-7 0,2-10 0,1-11 0,1-18 0,0-22 0,4-16 0,7-11 0,3 1 0,3 9 0,-1 11 0,-2 14 0,-2 9 0,-4 13 0,-3 14 0,-4 18 0,-8 20 0,-4 17 0,-7 10 0,-1 0 0,4-9 0,2-14 0,6-15 0,4-15 0,6-18 0,12-13 0,11-11 0,10-3 0,4 1 0,1 3 0,-4 7 0,-4 4 0,-6 7 0,-7 5 0,-5 2 0,-8 2 0,-3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55:00.2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24575,'23'0'0,"56"0"0,8 0 0,15 0 0,-32 0 0,6 0 0,4 0 0,1 0-1051,11 0 1,3 0 0,2 0-1,-1 0 1051,3 0 0,0 0 0,-1 0 0,-1 0 0,-8 0 0,-2 0 0,-1 0 0,-4 0 201,9 0 0,-4 0 1,-4 0-202,19 0 0,-10 0 417,-24 0 1,-7 0-418,18 0 0,-26 0 0,-23 0 538,-14 0 1,-9 0 0,-3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7:22.0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19 24575,'49'0'0,"25"0"0,26 0 0,-31 0 0,10 0 0,9 0 0,5 0 0,3 0 0,2 0-1093,-14 0 1,4 0 0,2 0 0,3 0-1,2 0 1,2 0 0,1 0 0,1 0-1,2 0 968,-13 0 1,2 0 0,2 0 0,2 0 0,0 0 0,1 0 0,1 0 0,1 0-1,-1 0 1,1 0 0,-1 0 0,0 0-56,2 0 0,2 0 1,0 0-1,1 0 1,0 0-1,0 0 1,-1 0-1,0 0 1,-1 0-1,-2 0 1,-1 0-1,-1 0 180,4 0 0,-1 0 0,-1 0 0,-1 0 0,-1 0 0,-1 0 0,-2 0 0,-1 0 0,-1 0 0,-3 0 127,20 0 1,-2 0 0,-2 0 0,-3 0 0,-3 0 0,-3 0 0,-6 0-128,2 0 0,-5 0 0,-4 0 0,-5 0 0,-5 0 0,9 0 0,-9 0 0,-7 0 0,-2 0 0,-12 0 3912,-4-1-3912,-34-2 0,-9-3 0,-2 1 0,-1 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7:52.6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19 24575,'0'12'0,"0"14"0,6 29 0,12 25 0,7 8 0,6-5 0,-3-22 0,-8-18 0,-5-8 0,-4-11 0,-3-4 0,-1-6 0,0-4 0,-1-9 0,-2-14 0,-3-20 0,-1-20 0,2-9 0,-1-1 0,1 16 0,0 16 0,-2 12 0,0 6 0,0 0 0,0-3 0,0-9 0,1-10 0,1-9 0,0 0 0,1 11 0,0 13 0,0 13 0,1 17 0,-2-5 0,0 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7:53.3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24575,'0'39'0,"0"30"0,0-21 0,0 4 0,0 5 0,0 0 0,0 35 0,0-28 0,0-27 0,0-19 0,0-12 0,0-2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7:54.5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71 40 24575,'0'35'0,"0"12"0,0 13 0,0 4 0,9-14 0,17-18 0,21-17 0,21-11 0,4-4 0,-8-8 0,-14-12 0,-18-17 0,-14-16 0,-13-5 0,-14 2 0,-17 11 0,-18 12 0,-14 12 0,-7 10 0,0 6 0,8 6 0,10 6 0,11 7 0,9 8 0,10 2 0,9-2 0,5-2 0,3-3 0,0 0 0,0-2-1696,1-3 0,0-5 0,0-3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7:59.1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1451 2608 24575,'-87'0'0,"26"0"0,-8 0 0,0 0 0,-6 0 0,-2 0-315,-2 0 0,-1 0 0,0-1 315,1-1 0,0-1 0,3-2 0,-25-6 0,6-8 155,14-6 0,9-9-155,17-5 0,10-7 78,13-1 1,7-3-79,8 2 0,5-1 0,8-41 0,31-4 0,7 36 0,10-2 0,-2 8 0,6-2 0,3-1-374,-1 3 0,3-1 0,3-2 0,2-1 374,8-7 0,2-2 0,3-1 0,0 2 0,1-2 0,2 1 0,0 1 0,2 2 0,1 1 0,1 1 0,1 2 0,-1 2 0,-1 4 0,-1 2 0,1 2 0,0 2 0,-3 3 0,1 3 0,-1 1 0,1 0 0,-1 2 0,1 1 0,-1 1 0,-1 1 0,16-6 0,-2 2 0,-2 2 0,-8 5 0,-3 3 0,-1 2 0,24-4 0,-3 4 0,-8 9 0,1 4 0,6 5 0,2 3 0,-26 3 0,2 1 0,1 3-149,4 4 1,2 3 0,0 2 148,3 5 0,1 2 0,-3 4 0,-3 2 0,-3 3 0,-1 3 0,-4 2 0,-3 4 0,-2 1 0,22 16 0,-7 5 0,-10-1 0,-7 3 0,-6 5 0,-6 2 0,-8-1 0,-6 2 0,-4 1 0,-5 3 0,-3 0 0,-5 2 0,-4-3 0,-4 2-29,-3 3 0,-6 0 29,-6 0 0,-9 0 0,-10 3 0,-11 1 0,0-18 0,-6 1 0,-6 0-100,-11 7 0,-7 1 0,-4 0 100,9-11 0,-4 0 0,-2 0 0,-1-2 0,-3 2 0,-1-2 0,-2 0 0,0-3 0,1-2 0,-1-2 0,-1-2 0,0-2 0,3-4 0,-1-2 0,0-2 0,1-3 0,-19 4 0,0-4 0,-1-4 0,-2-3 0,0-4 0,-2-3 0,1-4 0,-2-4 0,0-2 0,21-4 0,-1-2 0,-1-1 0,1 0 0,-3-1 0,0 0 0,0-1 0,1-1-398,-22 0 1,1 0 0,3-3 397,9-2 0,2-3 0,4-3 153,-20-8 0,8-9-153,23-3 0,8-7 27,14-6 1,8-5-28,8 1 0,6-2 2115,-8-39-2115,9 11 1371,12 23-1371,7 21 122,4 14-122,2 9 0,1 3 0,2 3 0,0 2 0,2 2 0,-3-1 0,1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01.6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205 0 24575,'0'39'0,"0"45"0,2-10 0,2 10 0,0-18 0,0 4 0,2-1 0,1 2 0,1-1 0,1-1 0,4 22 0,0-7 0,-3-24 0,-2-8 0,2 6 0,-9-49 0,-4-39 0,-3-35 0,1 16 0,-1-4 0,-3-10 0,-2-3 0,-1-5 0,-2-1 0,0 4 0,-2 3 0,2 12 0,0 4 0,-8-19 0,8 26 0,5 18 0,4 6 0,3 4 0,1 2 0,-1 5 0,-1 4 0,-4 7 0,-4 19 0,-8 25 0,-5 20 0,-1 8 0,5-9 0,9-22 0,6-29 0,34-68 0,3 5 0,25-30 0,-8 50 0,-7 21 0,-6 17 0,-7 11 0,-10 6 0,-8-4 0,-7-6 0,-3-11 0,-2-3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03.5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238 0 24575,'0'69'0,"0"0"0,0-1 0,0 1 0,0 1 0,0 5 0,0 8 0,0 7 0,0 2 0,0-6-381,0 6 0,0-5 0,0-5 381,0 9 0,0-12 374,0 13-374,0-61 189,0-49-189,0-32 0,0-28 0,0 28 0,0-4 0,0-11 0,0-2 0,-1-9 0,0-1 0,-3-3 0,-1 1 290,-2 6 0,-2 3-290,0 15 0,-2 5 0,-8-14 0,4 35 0,-1 33 0,-4 26 0,-4 16 0,-4 11 0,4-10 0,4-13 0,7-11 0,5-13 0,5-17 0,8-20 0,17-24 0,15-13 0,9 5 0,-1 15 0,-13 20 0,-11 19 0,-9 17 0,-8 11 0,-2 5 0,-2 0 0,0-5 0,0-1 0,8 16 0,-6-19 0,5 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26.7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6 24575,'60'-3'0,"16"1"0,18 2 0,-21-1 0,7 1 0,5 0 0,4 1-1059,0-1 1,4 0 0,3 0 0,2 0 0,1 0 1058,-9 0 0,3 0 0,0 0 0,1 0 0,-1 0 0,-3 0 0,11 0 0,-2 0 0,0 0 0,-3 0 0,-3 0 0,8 0 0,-3 0 0,-4 0 0,-6 0 530,1 0 1,-6 0-1,-8 0-530,-3 0 0,-10 0 214,8 0 0,-48 0 1,-18 0-1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32.8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24575,'40'0'0,"25"0"0,-6 0 0,7 0 0,11 0 0,2 0 0,5 0 0,0 0 0,-4 0 0,-2 0 0,-8 0 0,-2 0 0,-10 0 0,-1 0 0,-6 0 0,-1 0 0,35 0 0,-15 0 0,-13 0 0,-8 0 0,-6 0 0,-6 0 0,-6 0 0,-10 0 0,-7 0 0,-7 0 0,-4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37.2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 24575,'44'0'0,"4"0"0,10 0 0,5 0 0,8 0 0,6 0-1040,-2 0 0,4 0 1,4 0-1,2 0 1040,-8 0 0,3 0 0,1 0 0,1 0 0,0 0 0,5 0 0,2 0 0,-1 0 0,1 0 0,-2 0 0,-6 0 0,0 0 0,0 0 0,-2 0 0,0 0 0,13 0 0,-1 0 0,-2 0 0,-1 0-27,-8 0 1,-1 0-1,-1 0 1,-2 0 26,18 0 0,-2 0 0,-3 0 237,-6 0 1,-1 0-1,-4 0-237,20 0 0,-6 0 0,-18 0 0,-6 0 0,27 0 2035,-30 0-2035,-30 0 1205,-17 0-1205,-10-1 313,-4-2-313,-3-1 0,-1 0 0,0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39.1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40.0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44.0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45.4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49.4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22 24575,'70'0'0,"-20"0"0,6 0 0,8 0 0,8 0 0,2 0-425,11 0 0,4 0 0,2 0 425,4 0 0,2 0 0,0 0-367,-21 0 0,0 0 1,0 0-1,1 0 367,2 0 0,0 0 0,1 0 0,-1 0 0,-1 0 0,0 0 0,0 0 0,1 0 0,0 0 0,0 0 0,0 0 0,0 0 0,-3 0 0,-1 0 0,1 0 0,-1 0 0,21 0 0,0 0 0,0 0 0,-20-1 0,0 1 0,0-1 0,1 1 0,2-1 0,1 0 0,0 0 0,0 0 0,1 0 0,-1 0 0,1 0 0,-1 0 0,-1 0 0,0 1 0,-1-1 0,-2 0 0,16 0 0,-3 1 0,-3 0 0,-9 0 0,-3 0 0,-4 1 324,14 1 1,-8 0-325,-23-1 0,-6 2 0,14 1 0,-29 0 600,-19-4-600,-12-4 373,-7-5 0,-1 3 0,2 0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8:52.4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43 24575,'7'0'0,"25"0"0,46 0 0,-19 0 0,6 0 0,18 0 0,5 0 0,10 0 0,2 0 0,-33 0 0,1 0 0,0 0 0,3 0 0,1 0 0,1 0-254,4 0 0,1 0 1,1 0 253,2 0 0,2 0 0,0 0 0,6 0 0,2 0 0,0 0 0,5 0 0,1 0 0,-1 0-258,0 0 1,-1 0 0,0 0 257,0 0 0,0 0 0,-1 0 0,-6 0 0,-1 0 0,-1 0 0,-5 1 0,-1-1 0,-2-1 0,-4 1 0,0-1 0,-2 0-91,25-1 1,-4 0 90,-9-1 0,-3-1 0,-15 1 0,-4 0 0,29-1 541,-26 2-541,-25 1 978,-15-2-978,-7-1 48,-3-1 1,-6 3 0,-4-1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9:11.3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928 389 24575,'0'32'0,"0"-1"0,0 25 0,-5-17 0,-5-8 0,-9-12 0,-11-5 0,-12-2 0,-11-1 0,-12-3 0,-8-2 0,-2-3 0,1-8 0,5-9 0,4-12 0,-5-11 0,2-3 0,1 3 0,11 3 0,17 4 0,12 0 0,13 2 0,9 2 0,4-1 0,4 0 0,3-2 0,3 2 0,0 2 0,0 2 0,5 3 0,8 0 0,9 0 0,15-2 0,14-3 0,17-3 0,16 3 0,5 8 0,0 8 0,-9 10 0,-13 12 0,-14 16 0,-15 18 0,-13 15 0,-6 9 0,-6 4 0,-3 5 0,-7-2 0,-6-7 0,-6-10 0,-11-14 0,-6-13 0,-5-12 0,0-8 0,5-8 0,6-6 0,6-8 0,4 3 0,1-1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9:28.2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24575,'18'0'0,"30"0"0,2 0 0,7 0 0,19 0 0,8 0 0,-19 0 0,4 0 0,0 0 0,1 0 0,1 0 0,-3 0 0,22 0 0,-4 0 0,-13 0 0,-6 0 0,-14 0 0,-4 0 0,27 0 0,-12 0 0,-11 0 0,-7 0 0,-3 0 0,-6 0 0,-5 0 0,-8 0 0,-6 0 0,-6 0 0,-5 0 0,-4 0 0,-2 0 0,-1-1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09:37.6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551 2716 24575,'0'-18'0,"0"-10"0,4-16 0,10-17 0,9-10 0,9-6 0,0 1 0,-5 8 0,-5 8 0,-6-3 0,-4-12 0,-3-16 0,-5 37 0,-1-2 0,-1-4 0,0-1 0,-1-4 0,0-2 0,-1-3 0,0 0 0,0 1 0,-1 0 0,0 3 0,-2 1 0,-2 4 0,-3 3 0,-2 5 0,-2 1 0,-4 2 0,-2 0 0,-2 1 0,-1 1 0,-2 0 0,0 0 0,-4-2 0,-2 0 0,-1 0 0,-3 1 0,-1 0 0,-1 0 0,-1 2 0,1 0 0,3 5 0,-1 1 0,-25-32 0,7 16 0,6 19 0,6 16 0,9 10 0,8 6 0,8 2 0,6 1 0,6 0 0,4 2 0,0 0 0,1 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1:23.0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24575,'48'0'0,"12"0"0,15 0 0,7 0 0,12 0 0,9 0-1531,-15 0 1,6 0 0,6 0 0,3 0 0,0 0 1530,-18 0 0,2 0 0,1 0 0,2 0 0,1 0 0,0 0 0,2 0-334,-6 0 1,2 0-1,2 0 1,-1 0 0,2 0-1,-1 0 1,1 0 0,-1 0 333,3 0 0,0 0 0,0 0 0,0 0 0,0 0 0,0 0 0,0 0 0,-2 0 0,10 0 0,-1 0 0,-1 0 0,0 0 0,-1 0 0,-1 0 0,0 0-27,-6 0 1,-1 0-1,-1 0 1,0 0-1,-1 0 1,-1 0-1,-1 0 27,5 0 0,-1 0 0,-1 0 0,-1 0 0,-2 0 0,0 0-247,8 0 1,-1 0-1,-1 0 1,-2 0-1,-1 0 247,-7 0 0,-2-1 0,0 1 0,-1 0 0,-1 1 344,18-1 1,-1 0-1,-2 0 1,-1 1-345,-7 0 0,-3 1 0,0 0 0,-3 0 977,17 2 0,-3 1 1,-4 0-978,-9 1 0,-3 0 0,-3 1 1394,22 2 0,-6 1-1394,-16-2 0,-5-1 1117,-13-2 0,-5 0-1117,24 0 1654,-25-3-1654,-22-2 751,-14 1-751,-8-1 0,-5 1 0,-2-1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4:36.8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4 133 24575,'-4'-5'0,"30"2"0,69 1 0,-29 1 0,11 2 0,7-1-1231,2 0 1,6 0 0,4 0 0,2 0 1230,-12 0 0,2 0 0,2 0 0,-1 0 0,0 0 0,-4 0 0,1 0 0,0 0 0,-3 0 0,-2 0 211,4 0 1,-1 0 0,-4 0-1,-5 0-211,-2 0 0,-6 0 0,-5 0 468,1 0 0,-10 0-468,6-2 0,-46-7 0,-25-5 2554,-19-5-2554,-29-4 585,-18 1-585,-11 5 0,-1 6 0,17 6 0,18 5 0,25 0 0,24 0 0,22 0 0,18 0 0,7 2 0,0 5 0,-9 7 0,-15 6 0,-14 8 0,-20 2 0,-16 2 0,-9-3 0,3-6-1696,13-7 0,14-8 0,8-3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4:38.2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0 108 24575,'43'0'0,"52"0"0,-34 1 0,9 0 0,4 0-896,0 0 1,6 1 0,2 0 0,1-1 895,5 1 0,2 0 0,0 0 0,-2 0 0,-4 0 0,-1 0 0,-2-1 0,-4 1 372,4 0 1,-4-1 0,-8 0-373,-3-1 0,-11 0 587,2 0-587,-45-6 0,-37-8 0,-19-7 1876,-9-6-1876,1 2 0,8 4 0,15 6 0,15 9 0,18 7 0,26 12 0,34 15 0,23 12 0,-38-17 0,-1 1 0,35 19 0,-30-5 0,-24-7 0,-22-7 0,-22-1 0,-25 4 0,-21 4 0,-12 1-1696,4-3 0,29-15 0,15-6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4:53.7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71 24575,'0'28'0,"0"1"0,0 7 0,0-4 0,0-8 0,0-8 0,2-8 0,4-4 0,10-3 0,21 0 0,35-1 0,-16 1 0,6-1 0,16 3 0,6 0 0,12 1 0,2 0 0,1 2 0,0-1 0,-7 0 0,-3-1 0,-13-2 0,-3-1 0,-14 1 0,-3-1 0,33-1 0,-18 1 0,-12 2 0,-10 2 0,-9 0 0,-12-1 0,-10-1 0,-7-3 0,-6-1 0,-3-6 0,-1-6 0,-1-6 0,0-5 0,0-5 0,0-7 0,0-6 0,0-1 0,0 5 0,0 9 0,0 11 0,0 8 0,0 8 0,0 9 0,0 0 0,0 1 0,0-5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5:03.7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100 990 24575,'52'0'0,"1"0"0,25 0 0,9 0 0,-3 0 0,7 0 0,2 0-794,-15 0 1,1 0 0,2 0 0,0 0 793,3 0 0,3 0 0,-2 0 0,-1 0 0,18 0 0,-3 0 0,-3 0 264,-17 0 1,-3 0-1,-3 0-264,20-1 0,-8-3 284,-23-2 0,-4-3-284,-8-3 0,-2-5 0,35-29 0,-10-9 1639,-7-1-1639,-16 2 173,-17 9-173,-14 6 0,-11 4 0,-4 5 0,-4 1 0,-5 0 0,-12-5 0,-16-13 0,-17-14 0,-15-13 0,28 34 0,-2 0 0,-5 1 0,-2 2 0,-5 2 0,-4 5 0,-6 4 0,-4 5 0,-8 5 0,-2 5 0,-8 3 0,-1 5 0,-4 4 0,0 4 0,0 5 0,1 4 0,3 4 0,2 2 0,5 4 0,2 1 0,6-2 0,2 2 0,3 1 0,1 1 0,3 1 0,1 1 0,1 0 0,2 2 0,3 0 0,2 0 0,6-4 0,2 1 0,-30 21 0,15-3 0,11 0 0,10 3 0,6 5 0,4 1 0,6-1 0,9-5 0,6-9 0,4-4 0,2-5 0,2-6 0,4-5 0,9-5 0,12-3 0,18-1 0,18 2 0,20-1 0,16 0 0,-47-6 0,1-2 0,0-1 0,-1-1 0,46 0 0,-12-2 0,-17 0 0,-18 0 0,-17 0 0,-12 0 0,-7 0 0,-8 0 0,-3 0 0,-4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5:05.6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154 3685 24575,'0'-33'0,"0"-14"0,0-26 0,0-25 0,0 38 0,0-1 0,0-6 0,0-2 0,0-6 0,-1-2 0,-1-3 0,-2-1 0,-1-2 0,-1-1 0,-2-3 0,0 0 0,0-1 0,0-1 0,4 23 0,0-1 0,1-2-247,1-5 0,0-2 0,1-1 247,0-5 0,1-1 0,0 0 0,0 2 0,0 0 0,0 3 0,0 8 0,0 2 0,0 2 0,-1-21 0,0 4 0,-1 13 0,0 2 0,-1-2 0,-1-1 0,-2-6 0,0 0 0,-1-1 0,0 0 0,-1 3 0,1 2 370,0 12 1,1 4-371,-2-20 0,5 27 0,1 23 0,2 11 0,0 7 0,0 2 0,0 1 0,-1 3 0,-1 0 0,1 2 0,-1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5:08.9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271 1121 24575,'0'-14'0,"0"-6"0,0-11 0,0-14 0,-2-13 0,-1-10 0,-3-3 0,-1 1 0,-1 4 0,-1-3 0,0-3 0,0-6 0,1 0 0,0 9 0,1 9 0,0 16 0,2 11 0,1 5 0,1 6 0,0 1 0,0 3 0,0 1 0,-1 1 0,0 1 0,-1 2 0,-1 3 0,0 1 0,1 5 0,0 2 0,2 4 0,1 9 0,2 13 0,0 17 0,0 13 0,0 4 0,0 4 0,0 10 0,0-17 0,0 6 0,0 18 0,0 7 0,0-19 0,0 4 0,0 0-146,-1 3 0,1 1 0,1-1 146,0-1 0,0-1 0,1 0 0,1-2 0,0-1 0,0 0 0,0 0 0,1 0 0,0 0 0,-1 4 0,1 1 0,-1-2 0,0-4 0,-1-1 0,0 0 0,1 32 0,-1-1 0,1-8 0,0-1 0,1-5 0,1-1 0,-1 2 0,-1-1 0,1-4 0,-1-2 0,-1-4 0,-1-2 0,-1-4 0,0-2 0,0-6 0,0 0 0,0 0 0,0 1 0,0 1 0,0 1 0,0 1 0,0 0 0,1-1 0,1 0 0,2-1 0,0 0 0,3-3 0,0-1-12,2-4 0,1 0 12,-1-1 0,1-2 0,7 42 0,-3-5 0,-4-3 0,-5-5 0,-3-7 0,-2-9 438,0-10-438,0-10 24,0-9-24,0-10 0,0-7 0,0-8 0,0-2 0,0-2 0,0-1 0,0 1 0,0-1 0,0-6 0,0-12 0,0-14 0,0-13 0,0-7 0,0 3 0,0 7 0,0 8 0,0 4 0,0 1 0,0-6 0,-2-8 0,-1-9 0,-3-11 0,1-12 0,1-14 0,3-12 0,1 41 0,0-2 0,0-3 0,0-2 0,0-5 0,0 0 0,-2-4 0,0 0 0,-1-1 0,-1-1 0,-1-1 0,-3-2 0,-1-2 0,-2 0 0,-1-3 0,0 0 0,-3-3 0,-1 0 0,1-3 0,0-1 0,1-1 0,-1 0 0,1-2 0,2 1 0,1 6 0,2 1 0,0 7 0,1 2 0,1 6 0,1 1 0,2 6 0,0 2 0,-1 4 0,0 3 0,-2-35 0,0 23 0,1 13 0,3 0 0,1-17 0,1-31 0,0 41 0,-1-2 0,0-3 0,0 0 0,-1 6 0,1 3 0,-1-29 0,1 19 0,2 16 0,0 5 0,0-9 0,2-7 0,1-3 0,3 0 0,2 7 0,1 2 0,0-1 0,1 1 0,-3-1 0,-2 5 0,-4 7 0,-1 9 0,0 10 0,0 7 0,0 3 0,1 3 0,1 0 0,0 2 0,0 3 0,-1 0 0,1 2 0,-2 4 0,0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5:39.7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386 0 24575,'-1'8'0,"-7"11"0,-15 24 0,-16 25 0,14-23 0,0 2 0,-1 4 0,0 2 0,3 0 0,1 2 0,2 2 0,1 2 0,3 3 0,1 2 0,1-1 0,3 0 0,2-1 0,1-1 0,3-6 0,1-2 0,0 35 0,4-10 0,0-7 0,0-3 0,0-5 0,0-14 0,-1-18 0,-2-20 0,-4-18 0,0-11 0,1-10 0,2-5 0,4-4 0,0-2 0,0-3 0,0 0 0,0 4 0,0 8 0,0 14 0,0 21 0,0 23 0,-2 20 0,0 9 0,-2-3 0,1-12 0,1-11 0,1-8 0,1-7 0,2-4 0,2-3 0,2-7 0,4-12 0,6-15 0,7-13 0,5-5 0,1 6 0,-3 10 0,-7 11 0,-2 9 0,-3 4 0,-6 2 0,-2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6:49.2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 24575,'59'0'0,"25"0"0,-29 0 0,3 0 0,10 0 0,3 0 0,2 0 0,1 0 0,-3 0 0,1 0 0,4 0 0,-1 0 0,-5 0 0,0 0 0,3 0 0,0 0 0,-1 0 0,0 0 0,-6 0 0,-2 0 0,-5 0 0,-2 0 0,41 0 0,-6 0 0,0 0 0,4 0 0,2-1 0,-48-1 0,1 1 0,0-1 0,2 0 0,3-1 0,3 2 0,2-1 0,1 1 0,-1 1 0,-1-1 0,0 1 0,-2 0 0,-6 0 0,-2 0 0,32 0 0,-14 0 0,-16 0 0,-6 0 0,0 0 0,-1 0 0,2 0 0,-5 0 0,-3 0 0,-1 0 0,-3 0 0,-1 0 0,-4 0 0,-7 0 0,-6 0 0,-6 1 0,-5 1 0,-3 0 0,-2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6:51.4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88 24575,'27'-2'0,"53"0"0,-18 1 0,12 1 0,5 1-1750,2-1 0,5 0 1,6 0-1,2 0 1750,-1 0 0,4 0 0,3 0 0,2 0 0,0 0 0,-8 0 0,1 0 0,2 0 0,0 0 0,1 0 0,-2 0 0,0 0 0,0 0 0,0 0 0,0 0 0,0 0 0,-1 0 0,-1-1 0,0 0 0,-1 1 0,0-1 0,0-1 0,-1 0 0,-6 0 0,0 0 0,0-1 0,-2 0 0,1 0 0,-1 0 0,13-1 0,1 0 0,-2-1 0,0 0 0,-2 1 0,-4-1 0,-2 1 0,0-1 0,-2 1 0,1 0-279,-5 1 0,0 0 0,0 0 1,-2 1-1,-1 0 279,12 1 0,-2 0 0,-2 0 0,-2 1 349,11-1 0,-3 2 0,-3-1-349,-8 0 0,-2 0 0,-3 0 0,18 0 0,-5 0 0,-13 0 0,-2 0 1527,-8 0 0,-3 0-1527,35 0 3317,-22 0-3317,-18 0 975,-16 1-975,-10 1 0,-9 1 0,-6 1 0,-4-1 0,-7-1 0,-3-2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6:59.6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967 1 24575,'-18'9'0,"-31"31"0,1 3 0,-7 8 0,-14 15 0,-5 5-474,19-16 0,-2 3 0,2 0 474,1-2 0,2 1 0,3-2 0,-10 15 0,7-3 231,11-6 1,6-3-232,10-12 0,6-1 235,-5 25-235,8-14 0,9-21 0,4-17 724,2-16-724,1-13 0,0-14 0,0-13 0,0-9 0,4-4 0,8 2 0,5 5 0,3 9 0,-4 10 0,-4 9 0,-4 11 0,-4 10 0,-5 17 0,-5 15 0,-6 15 0,-5 5 0,-2 1 0,-2-1 0,1-6 0,1-9 0,4-12 0,6-11 0,6-11 0,4-8 0,7-9 0,10-11 0,12-8 0,10-8 0,15-4 0,10 0 0,9 3 0,2 5 0,-11 8 0,-14 6 0,-17 7 0,-16 8 0,-9 2 0,-7 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0:17:02.2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1064 2036 24575,'-15'0'0,"-25"0"0,-47 0 0,24 0 0,-5 0 0,-14 0 0,-3 0 0,-1-1 0,2-1 0,7-4 0,4-4 0,8-6 0,6-6 0,10-5 0,8-6 0,-16-41 0,28-13 0,26 37 0,10-3 0,21-15 0,16-3 0,3 6 0,10-2 0,8-1-780,0 5 1,6-1 0,6 0 0,3-1 779,-17 17 0,3-2 0,2 1 0,2 0 0,1 1 0,1 1-517,4-3 0,3 2 0,0-1 1,2 2-1,1 2 0,0 1 517,0 2 0,1 2 0,2 1 0,-1 2 0,2 2 0,-1 2 0,0 3 0,0 2 0,0 2 0,1 2 0,0 2 0,2 2 0,2 2 0,2 2 0,0 2 0,1 2 0,1 2 0,1 0-471,-8 3 0,2 1 0,1 0 1,0 2-1,1 1 0,0 1 1,0 1 470,4 1 0,2 1 0,-1 1 0,1 1 0,0 1 0,-1 1 0,0 1 0,-3 1 0,0 0 0,1 1 0,-2 1 0,0 1 0,-2 1 0,-1 1-227,5 2 0,0 1 1,-1 1-1,-3 2 1,-3 1-1,-3 1 227,18 7 0,-4 3 0,-5 2 0,-5 1 485,5 7 1,-7 1 0,-9 4-486,-18-5 0,-6 2 0,-9 3 1202,-2 19 1,-13 3-1203,-9 3 0,-14 1 2024,-17 2 0,-14 0-2024,-15 3 0,-14-2 0,3-22 0,-7-3 0,-5 0 109,3-6 1,-4-2 0,-3 1 0,-3-1-110,-11 5 0,-3 0 0,-3 0 0,-2 0-477,10-6 1,-1 0 0,-2 1 0,0-2 0,-2 1 476,-4 1 0,-2 0 0,-1-1 0,0-1 0,-1-2 0,14-7 0,-1 0 0,0-2 0,0-1 0,-1-2 0,1-1 0,-16 2 0,0-2 0,-1-2 0,1-3 0,0-1 0,2-3 0,-1-2 0,1-1 0,1-4 0,1-2-293,6-2 1,1-3 0,1-3 0,1-1-1,2-3 293,-10-3 0,0-4 0,4-3 0,4-4-10,-13-13 1,6-5 0,10 1 0,5 2 0,12 0 0,23-1-1,-1 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e33162dd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e33162dd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e33162dd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5e33162dd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e33162dd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e33162dd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e33162dd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e33162dd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e33162dd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e33162dd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e33162dd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e33162dd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e33162dd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e33162dd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e33162dd_2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5e33162dd_2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e33162dd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5e33162dd_2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5e33162dd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5e33162dd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5e33162dd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5e33162dd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5e33162dd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5e33162dd_2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5e33162dd_2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5e33162dd_2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5e33162dd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5e33162dd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5e33162dd_2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5e33162dd_2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5e33162dd_2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5e33162dd_2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5e33162dd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5e33162dd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5e33162dd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5e33162dd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e33162dd_3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5e33162dd_3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5e33162dd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5e33162dd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5e33162dd_3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5e33162dd_3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5e33162dd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5e33162dd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5e33162dd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5e33162dd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5e33162dd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5e33162dd_3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5e33162dd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5e33162dd_3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737585a8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737585a8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737585a8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737585a8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737585a8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737585a8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737585a8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737585a8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737585a8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737585a8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737585a8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737585a8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737585a8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737585a8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737585a8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737585a8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737585a8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737585a8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737585a8f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9737585a8f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737585a8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9737585a8f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737585a8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9737585a8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737585a8f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737585a8f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737585a8f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737585a8f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737585a8f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737585a8f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5e33162dd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5e33162dd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737585a8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737585a8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737585a8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737585a8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737585a8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737585a8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737585a8f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9737585a8f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737585a8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737585a8f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9737585a8f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9737585a8f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737585a8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737585a8f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9737585a8f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9737585a8f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737585a8f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737585a8f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737585a8f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9737585a8f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737585a8f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737585a8f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737585a8f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737585a8f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737585a8f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9737585a8f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737585a8f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9737585a8f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737585a8f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9737585a8f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5e33162dd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d5e33162dd_3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9737585a8f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9737585a8f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737585a8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9737585a8f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737585a8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9737585a8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737585a8f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9737585a8f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30.png"/><Relationship Id="rId18" Type="http://schemas.openxmlformats.org/officeDocument/2006/relationships/customXml" Target="../ink/ink13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customXml" Target="../ink/ink10.xml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1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7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10" Type="http://schemas.openxmlformats.org/officeDocument/2006/relationships/customXml" Target="../ink/ink9.xml"/><Relationship Id="rId19" Type="http://schemas.openxmlformats.org/officeDocument/2006/relationships/image" Target="../media/image33.png"/><Relationship Id="rId4" Type="http://schemas.openxmlformats.org/officeDocument/2006/relationships/customXml" Target="../ink/ink6.xml"/><Relationship Id="rId9" Type="http://schemas.openxmlformats.org/officeDocument/2006/relationships/image" Target="../media/image28.png"/><Relationship Id="rId14" Type="http://schemas.openxmlformats.org/officeDocument/2006/relationships/customXml" Target="../ink/ink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customXml" Target="../ink/ink15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41.png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" Type="http://schemas.openxmlformats.org/officeDocument/2006/relationships/image" Target="../media/image36.png"/><Relationship Id="rId21" Type="http://schemas.openxmlformats.org/officeDocument/2006/relationships/image" Target="../media/image45.png"/><Relationship Id="rId7" Type="http://schemas.openxmlformats.org/officeDocument/2006/relationships/image" Target="../media/image38.png"/><Relationship Id="rId12" Type="http://schemas.openxmlformats.org/officeDocument/2006/relationships/customXml" Target="../ink/ink20.xml"/><Relationship Id="rId17" Type="http://schemas.openxmlformats.org/officeDocument/2006/relationships/image" Target="../media/image43.png"/><Relationship Id="rId25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7.xml"/><Relationship Id="rId11" Type="http://schemas.openxmlformats.org/officeDocument/2006/relationships/image" Target="../media/image40.png"/><Relationship Id="rId24" Type="http://schemas.openxmlformats.org/officeDocument/2006/relationships/customXml" Target="../ink/ink26.xml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46.png"/><Relationship Id="rId10" Type="http://schemas.openxmlformats.org/officeDocument/2006/relationships/customXml" Target="../ink/ink19.xml"/><Relationship Id="rId19" Type="http://schemas.openxmlformats.org/officeDocument/2006/relationships/image" Target="../media/image44.png"/><Relationship Id="rId4" Type="http://schemas.openxmlformats.org/officeDocument/2006/relationships/customXml" Target="../ink/ink16.xml"/><Relationship Id="rId9" Type="http://schemas.openxmlformats.org/officeDocument/2006/relationships/image" Target="../media/image39.png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9.xml"/><Relationship Id="rId5" Type="http://schemas.openxmlformats.org/officeDocument/2006/relationships/image" Target="../media/image52.png"/><Relationship Id="rId4" Type="http://schemas.openxmlformats.org/officeDocument/2006/relationships/customXml" Target="../ink/ink2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png"/><Relationship Id="rId7" Type="http://schemas.openxmlformats.org/officeDocument/2006/relationships/customXml" Target="../ink/ink3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customXml" Target="../ink/ink30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2" Type="http://schemas.openxmlformats.org/officeDocument/2006/relationships/customXml" Target="../ink/ink3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3.xml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0" Type="http://schemas.openxmlformats.org/officeDocument/2006/relationships/customXml" Target="../ink/ink35.xml"/><Relationship Id="rId4" Type="http://schemas.openxmlformats.org/officeDocument/2006/relationships/customXml" Target="../ink/ink32.xml"/><Relationship Id="rId9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customXml" Target="../ink/ink38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customXml" Target="../ink/ink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13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12" Type="http://schemas.openxmlformats.org/officeDocument/2006/relationships/customXml" Target="../ink/ink4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42.xml"/><Relationship Id="rId11" Type="http://schemas.openxmlformats.org/officeDocument/2006/relationships/image" Target="../media/image74.png"/><Relationship Id="rId5" Type="http://schemas.openxmlformats.org/officeDocument/2006/relationships/image" Target="../media/image71.png"/><Relationship Id="rId15" Type="http://schemas.openxmlformats.org/officeDocument/2006/relationships/image" Target="../media/image76.png"/><Relationship Id="rId10" Type="http://schemas.openxmlformats.org/officeDocument/2006/relationships/customXml" Target="../ink/ink44.xml"/><Relationship Id="rId4" Type="http://schemas.openxmlformats.org/officeDocument/2006/relationships/customXml" Target="../ink/ink41.xml"/><Relationship Id="rId9" Type="http://schemas.openxmlformats.org/officeDocument/2006/relationships/image" Target="../media/image73.png"/><Relationship Id="rId14" Type="http://schemas.openxmlformats.org/officeDocument/2006/relationships/customXml" Target="../ink/ink4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51.xml"/><Relationship Id="rId18" Type="http://schemas.openxmlformats.org/officeDocument/2006/relationships/image" Target="../media/image85.png"/><Relationship Id="rId26" Type="http://schemas.openxmlformats.org/officeDocument/2006/relationships/image" Target="../media/image89.png"/><Relationship Id="rId3" Type="http://schemas.openxmlformats.org/officeDocument/2006/relationships/image" Target="../media/image77.png"/><Relationship Id="rId21" Type="http://schemas.openxmlformats.org/officeDocument/2006/relationships/customXml" Target="../ink/ink55.xml"/><Relationship Id="rId7" Type="http://schemas.openxmlformats.org/officeDocument/2006/relationships/customXml" Target="../ink/ink48.xml"/><Relationship Id="rId12" Type="http://schemas.openxmlformats.org/officeDocument/2006/relationships/image" Target="../media/image82.png"/><Relationship Id="rId17" Type="http://schemas.openxmlformats.org/officeDocument/2006/relationships/customXml" Target="../ink/ink53.xml"/><Relationship Id="rId25" Type="http://schemas.openxmlformats.org/officeDocument/2006/relationships/customXml" Target="../ink/ink57.xml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84.png"/><Relationship Id="rId20" Type="http://schemas.openxmlformats.org/officeDocument/2006/relationships/image" Target="../media/image86.png"/><Relationship Id="rId29" Type="http://schemas.openxmlformats.org/officeDocument/2006/relationships/customXml" Target="../ink/ink5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11" Type="http://schemas.openxmlformats.org/officeDocument/2006/relationships/customXml" Target="../ink/ink50.xml"/><Relationship Id="rId24" Type="http://schemas.openxmlformats.org/officeDocument/2006/relationships/image" Target="../media/image88.png"/><Relationship Id="rId32" Type="http://schemas.openxmlformats.org/officeDocument/2006/relationships/image" Target="../media/image92.png"/><Relationship Id="rId5" Type="http://schemas.openxmlformats.org/officeDocument/2006/relationships/customXml" Target="../ink/ink47.xml"/><Relationship Id="rId15" Type="http://schemas.openxmlformats.org/officeDocument/2006/relationships/customXml" Target="../ink/ink52.xml"/><Relationship Id="rId23" Type="http://schemas.openxmlformats.org/officeDocument/2006/relationships/customXml" Target="../ink/ink56.xml"/><Relationship Id="rId28" Type="http://schemas.openxmlformats.org/officeDocument/2006/relationships/image" Target="../media/image90.png"/><Relationship Id="rId10" Type="http://schemas.openxmlformats.org/officeDocument/2006/relationships/image" Target="../media/image81.png"/><Relationship Id="rId19" Type="http://schemas.openxmlformats.org/officeDocument/2006/relationships/customXml" Target="../ink/ink54.xml"/><Relationship Id="rId31" Type="http://schemas.openxmlformats.org/officeDocument/2006/relationships/customXml" Target="../ink/ink60.xml"/><Relationship Id="rId4" Type="http://schemas.openxmlformats.org/officeDocument/2006/relationships/image" Target="../media/image78.png"/><Relationship Id="rId9" Type="http://schemas.openxmlformats.org/officeDocument/2006/relationships/customXml" Target="../ink/ink49.xml"/><Relationship Id="rId14" Type="http://schemas.openxmlformats.org/officeDocument/2006/relationships/image" Target="../media/image83.png"/><Relationship Id="rId22" Type="http://schemas.openxmlformats.org/officeDocument/2006/relationships/image" Target="../media/image87.png"/><Relationship Id="rId27" Type="http://schemas.openxmlformats.org/officeDocument/2006/relationships/customXml" Target="../ink/ink58.xml"/><Relationship Id="rId30" Type="http://schemas.openxmlformats.org/officeDocument/2006/relationships/image" Target="../media/image9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3" Type="http://schemas.openxmlformats.org/officeDocument/2006/relationships/image" Target="../media/image94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2.xml"/><Relationship Id="rId5" Type="http://schemas.openxmlformats.org/officeDocument/2006/relationships/image" Target="../media/image95.png"/><Relationship Id="rId4" Type="http://schemas.openxmlformats.org/officeDocument/2006/relationships/customXml" Target="../ink/ink61.xml"/><Relationship Id="rId9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4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customXml" Target="../ink/ink69.xml"/><Relationship Id="rId18" Type="http://schemas.openxmlformats.org/officeDocument/2006/relationships/image" Target="../media/image110.png"/><Relationship Id="rId3" Type="http://schemas.openxmlformats.org/officeDocument/2006/relationships/image" Target="../media/image102.png"/><Relationship Id="rId7" Type="http://schemas.openxmlformats.org/officeDocument/2006/relationships/customXml" Target="../ink/ink66.xml"/><Relationship Id="rId12" Type="http://schemas.openxmlformats.org/officeDocument/2006/relationships/image" Target="../media/image107.png"/><Relationship Id="rId17" Type="http://schemas.openxmlformats.org/officeDocument/2006/relationships/customXml" Target="../ink/ink71.xml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4.png"/><Relationship Id="rId11" Type="http://schemas.openxmlformats.org/officeDocument/2006/relationships/customXml" Target="../ink/ink68.xml"/><Relationship Id="rId5" Type="http://schemas.openxmlformats.org/officeDocument/2006/relationships/customXml" Target="../ink/ink65.xml"/><Relationship Id="rId15" Type="http://schemas.openxmlformats.org/officeDocument/2006/relationships/customXml" Target="../ink/ink70.xml"/><Relationship Id="rId10" Type="http://schemas.openxmlformats.org/officeDocument/2006/relationships/image" Target="../media/image106.png"/><Relationship Id="rId4" Type="http://schemas.openxmlformats.org/officeDocument/2006/relationships/image" Target="../media/image103.png"/><Relationship Id="rId9" Type="http://schemas.openxmlformats.org/officeDocument/2006/relationships/customXml" Target="../ink/ink67.xml"/><Relationship Id="rId14" Type="http://schemas.openxmlformats.org/officeDocument/2006/relationships/image" Target="../media/image10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3.xml"/><Relationship Id="rId13" Type="http://schemas.openxmlformats.org/officeDocument/2006/relationships/image" Target="../media/image116.png"/><Relationship Id="rId3" Type="http://schemas.openxmlformats.org/officeDocument/2006/relationships/image" Target="../media/image54.png"/><Relationship Id="rId7" Type="http://schemas.openxmlformats.org/officeDocument/2006/relationships/image" Target="../media/image113.png"/><Relationship Id="rId12" Type="http://schemas.openxmlformats.org/officeDocument/2006/relationships/customXml" Target="../ink/ink7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72.xml"/><Relationship Id="rId11" Type="http://schemas.openxmlformats.org/officeDocument/2006/relationships/image" Target="../media/image115.png"/><Relationship Id="rId5" Type="http://schemas.openxmlformats.org/officeDocument/2006/relationships/image" Target="../media/image112.png"/><Relationship Id="rId10" Type="http://schemas.openxmlformats.org/officeDocument/2006/relationships/customXml" Target="../ink/ink74.xml"/><Relationship Id="rId4" Type="http://schemas.openxmlformats.org/officeDocument/2006/relationships/image" Target="../media/image111.png"/><Relationship Id="rId9" Type="http://schemas.openxmlformats.org/officeDocument/2006/relationships/image" Target="../media/image1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76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6.png"/><Relationship Id="rId4" Type="http://schemas.openxmlformats.org/officeDocument/2006/relationships/customXml" Target="../ink/ink7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13" Type="http://schemas.openxmlformats.org/officeDocument/2006/relationships/image" Target="../media/image133.png"/><Relationship Id="rId3" Type="http://schemas.openxmlformats.org/officeDocument/2006/relationships/image" Target="../media/image127.png"/><Relationship Id="rId7" Type="http://schemas.openxmlformats.org/officeDocument/2006/relationships/image" Target="../media/image130.png"/><Relationship Id="rId12" Type="http://schemas.openxmlformats.org/officeDocument/2006/relationships/customXml" Target="../ink/ink81.xml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41.xml"/><Relationship Id="rId16" Type="http://schemas.openxmlformats.org/officeDocument/2006/relationships/customXml" Target="../ink/ink83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78.xml"/><Relationship Id="rId11" Type="http://schemas.openxmlformats.org/officeDocument/2006/relationships/image" Target="../media/image132.png"/><Relationship Id="rId5" Type="http://schemas.openxmlformats.org/officeDocument/2006/relationships/image" Target="../media/image129.png"/><Relationship Id="rId15" Type="http://schemas.openxmlformats.org/officeDocument/2006/relationships/image" Target="../media/image134.png"/><Relationship Id="rId10" Type="http://schemas.openxmlformats.org/officeDocument/2006/relationships/customXml" Target="../ink/ink80.xml"/><Relationship Id="rId4" Type="http://schemas.openxmlformats.org/officeDocument/2006/relationships/image" Target="../media/image128.png"/><Relationship Id="rId9" Type="http://schemas.openxmlformats.org/officeDocument/2006/relationships/image" Target="../media/image131.png"/><Relationship Id="rId14" Type="http://schemas.openxmlformats.org/officeDocument/2006/relationships/customXml" Target="../ink/ink8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6.xml"/><Relationship Id="rId13" Type="http://schemas.openxmlformats.org/officeDocument/2006/relationships/customXml" Target="../ink/ink89.xml"/><Relationship Id="rId18" Type="http://schemas.openxmlformats.org/officeDocument/2006/relationships/image" Target="../media/image141.png"/><Relationship Id="rId3" Type="http://schemas.openxmlformats.org/officeDocument/2006/relationships/image" Target="../media/image136.png"/><Relationship Id="rId21" Type="http://schemas.openxmlformats.org/officeDocument/2006/relationships/customXml" Target="../ink/ink94.xml"/><Relationship Id="rId7" Type="http://schemas.openxmlformats.org/officeDocument/2006/relationships/image" Target="../media/image138.png"/><Relationship Id="rId12" Type="http://schemas.openxmlformats.org/officeDocument/2006/relationships/customXml" Target="../ink/ink88.xml"/><Relationship Id="rId17" Type="http://schemas.openxmlformats.org/officeDocument/2006/relationships/customXml" Target="../ink/ink92.xml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40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85.xml"/><Relationship Id="rId11" Type="http://schemas.openxmlformats.org/officeDocument/2006/relationships/image" Target="../media/image20.png"/><Relationship Id="rId24" Type="http://schemas.openxmlformats.org/officeDocument/2006/relationships/image" Target="../media/image144.png"/><Relationship Id="rId5" Type="http://schemas.openxmlformats.org/officeDocument/2006/relationships/image" Target="../media/image137.png"/><Relationship Id="rId15" Type="http://schemas.openxmlformats.org/officeDocument/2006/relationships/customXml" Target="../ink/ink91.xml"/><Relationship Id="rId23" Type="http://schemas.openxmlformats.org/officeDocument/2006/relationships/customXml" Target="../ink/ink95.xml"/><Relationship Id="rId10" Type="http://schemas.openxmlformats.org/officeDocument/2006/relationships/customXml" Target="../ink/ink87.xml"/><Relationship Id="rId19" Type="http://schemas.openxmlformats.org/officeDocument/2006/relationships/customXml" Target="../ink/ink93.xml"/><Relationship Id="rId4" Type="http://schemas.openxmlformats.org/officeDocument/2006/relationships/customXml" Target="../ink/ink84.xml"/><Relationship Id="rId9" Type="http://schemas.openxmlformats.org/officeDocument/2006/relationships/image" Target="../media/image139.png"/><Relationship Id="rId14" Type="http://schemas.openxmlformats.org/officeDocument/2006/relationships/customXml" Target="../ink/ink90.xml"/><Relationship Id="rId22" Type="http://schemas.openxmlformats.org/officeDocument/2006/relationships/image" Target="../media/image1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8.png"/><Relationship Id="rId4" Type="http://schemas.openxmlformats.org/officeDocument/2006/relationships/customXml" Target="../ink/ink9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customXml" Target="../ink/ink99.xml"/><Relationship Id="rId13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12" Type="http://schemas.openxmlformats.org/officeDocument/2006/relationships/customXml" Target="../ink/ink101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98.xml"/><Relationship Id="rId11" Type="http://schemas.openxmlformats.org/officeDocument/2006/relationships/image" Target="../media/image158.png"/><Relationship Id="rId5" Type="http://schemas.openxmlformats.org/officeDocument/2006/relationships/image" Target="../media/image155.png"/><Relationship Id="rId15" Type="http://schemas.openxmlformats.org/officeDocument/2006/relationships/image" Target="../media/image160.png"/><Relationship Id="rId10" Type="http://schemas.openxmlformats.org/officeDocument/2006/relationships/customXml" Target="../ink/ink100.xml"/><Relationship Id="rId4" Type="http://schemas.openxmlformats.org/officeDocument/2006/relationships/customXml" Target="../ink/ink97.xml"/><Relationship Id="rId9" Type="http://schemas.openxmlformats.org/officeDocument/2006/relationships/image" Target="../media/image157.png"/><Relationship Id="rId14" Type="http://schemas.openxmlformats.org/officeDocument/2006/relationships/customXml" Target="../ink/ink10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2.png"/><Relationship Id="rId4" Type="http://schemas.openxmlformats.org/officeDocument/2006/relationships/customXml" Target="../ink/ink10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customXml" Target="../ink/ink104.xml"/><Relationship Id="rId7" Type="http://schemas.openxmlformats.org/officeDocument/2006/relationships/customXml" Target="../ink/ink106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4.png"/><Relationship Id="rId5" Type="http://schemas.openxmlformats.org/officeDocument/2006/relationships/customXml" Target="../ink/ink105.xml"/><Relationship Id="rId10" Type="http://schemas.openxmlformats.org/officeDocument/2006/relationships/image" Target="../media/image176.png"/><Relationship Id="rId4" Type="http://schemas.openxmlformats.org/officeDocument/2006/relationships/image" Target="../media/image173.png"/><Relationship Id="rId9" Type="http://schemas.openxmlformats.org/officeDocument/2006/relationships/customXml" Target="../ink/ink10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379325" y="2834125"/>
            <a:ext cx="5453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Дацюк Маргарита Б05-416, Михайленко Анна Б05-425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Постановка задачи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глубоких нейронных сетей на обширных наборах данных - долго ресурсозатратно и дорого(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Цель статьи: исследовать и разработать методы оптимизации для ускорения обучения больших нейросетей(особое внимание уделяют sgd)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Постановка задачи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Например обучение передовых моделей нейронного обучения таких как Bert и ResNet-50 занимает 3 дня на 16 чипах TPUv3 и 29 часов на 8 графических процессорах Tesla P100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A0A0A"/>
                </a:solidFill>
                <a:highlight>
                  <a:srgbClr val="FFFFFF"/>
                </a:highlight>
              </a:rPr>
              <a:t>BERT (Bidirectional Encoder Representations from Transformers) — это </a:t>
            </a:r>
            <a:r>
              <a:rPr lang="ru" sz="1200">
                <a:solidFill>
                  <a:srgbClr val="001D35"/>
                </a:solidFill>
              </a:rPr>
              <a:t>нейросетевая модель от Google (2018 г.), основанная на архитектуре трансформер, работает с естественным языком (NLP), анализируя контекст слов двунаправленно (слева-направо и справа-налево одновременно)</a:t>
            </a:r>
            <a:endParaRPr sz="1200">
              <a:solidFill>
                <a:srgbClr val="001D3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A0A0A"/>
                </a:solidFill>
                <a:highlight>
                  <a:srgbClr val="FFFFFF"/>
                </a:highlight>
              </a:rPr>
              <a:t>ResNet-50 — это </a:t>
            </a:r>
            <a:r>
              <a:rPr lang="ru" sz="1200">
                <a:solidFill>
                  <a:srgbClr val="001D35"/>
                </a:solidFill>
              </a:rPr>
              <a:t>50-слойная сверточная нейронная сеть (CNN), представленная Microsoft Research, которая произвела революцию в компьютерном зрении</a:t>
            </a:r>
            <a:r>
              <a:rPr lang="ru" sz="1200">
                <a:solidFill>
                  <a:srgbClr val="0A0A0A"/>
                </a:solidFill>
                <a:highlight>
                  <a:srgbClr val="FFFFFF"/>
                </a:highlight>
              </a:rPr>
              <a:t>. Она использует «остаточное обучение» (residual learning) со skip-connections, что решает проблему затухания градиента и позволяет тренировать очень глубокие сети. Модель, обученная на ImageNet, классифицирует изображения по 1000 категориям.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Существующие методы решения: SGD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оптимизировать обучение с помощью SGD?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Проблема в том что sgd последовательный метод(используются результаты предыдущего слоя для получения результатов текцщего)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Из-за этой особенности возникают проблемы с тем чтобы распаралелить процессы:  данные устаревают из-за асинхронности, производительность снижается, качество падает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Однако есть возможность ускорить вычисление градиента на больших батчах - эта возможность позволяет эффективно использовать обычный sgd.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У больших батчей есть второй плюс - уменьшается дисперсия стахостических градиетнов!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Существующие методы решения: SGD асинхронный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Проблема: не гаратнируется сходисмость вообще из-за устаревания градиентов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Kак только любой GPU заканчивает свои вычисления и присылает градиент, сервер немедленно применяет его для обновления глобальных параметров модели - плохо потому что остальные пересчитывают градиенты основываясь на устаревших данных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ru"/>
              <a:t>Существующие методы решения: SGD </a:t>
            </a:r>
            <a:r>
              <a:rPr lang="ru" sz="2750">
                <a:solidFill>
                  <a:srgbClr val="0A0A0A"/>
                </a:solidFill>
                <a:highlight>
                  <a:srgbClr val="FFFFFF"/>
                </a:highlight>
              </a:rPr>
              <a:t>с линейным масштабированием (Linear Scaling Rule)</a:t>
            </a:r>
            <a:endParaRPr sz="27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5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623575"/>
            <a:ext cx="8520600" cy="29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Идея: надо увеличивать learning rate пропорционально batch_size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Но на начальном этапе исользуют Warm up, настроенный вручную, величина learning rate изначально маленькая, потом ее увеличивют до определенного значения.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leraning rate меняется на этапе warmup а потом его фиксируют и не меняют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Существующие методы решения: оптимизатор </a:t>
            </a:r>
            <a:r>
              <a:rPr lang="ru" sz="2500">
                <a:solidFill>
                  <a:srgbClr val="0A0A0A"/>
                </a:solidFill>
                <a:highlight>
                  <a:srgbClr val="FFFFFF"/>
                </a:highlight>
              </a:rPr>
              <a:t>LARS (Layer-wise Adaptive Rate Scaling)</a:t>
            </a:r>
            <a:endParaRPr sz="250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360325"/>
            <a:ext cx="8520600" cy="32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A0A0A"/>
                </a:solidFill>
                <a:highlight>
                  <a:srgbClr val="FFFFFF"/>
                </a:highlight>
              </a:rPr>
              <a:t>Позволил обучить ResNet-50 на ImageNet за рекордные 2.2 минуты при батче 32k (pp. 2-3). Однако LARS показывает плохие результаты при обучении BERT (начинает расходиться или терять точность при батчах более 16k) и не имел под собой четкого теоретического обоснования до этой статьи 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A0A0A"/>
                </a:solidFill>
                <a:highlight>
                  <a:srgbClr val="FFFFFF"/>
                </a:highlight>
              </a:rPr>
              <a:t>Идея алгоритма в том чтобы не просто умножать lr на кол-во gpu, а подбирать свой learningrate для каждого слоя нейросети - позволяет избежать ситуации в которой один слой тормозит обучение всех остальных. 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A0A0A"/>
                </a:solidFill>
                <a:highlight>
                  <a:srgbClr val="FFFFFF"/>
                </a:highlight>
              </a:rPr>
              <a:t>Сравнивает градиент с текущими весами модели, если градиент сильно больше leraning rate берут меньше, если наоборот градиент уже малоенький(значит скорее всего мы близко к минимуму), lerningrate наоборот увеличивают(это позволяет успорять обучение)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Общая стратегия как надо менять learning rate in large batch settings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435625"/>
            <a:ext cx="8520600" cy="3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Пусть есть нейросеть у которой h слоев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50" y="1924601"/>
            <a:ext cx="8227548" cy="28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как это применять к SGD?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Для всех слоев нейрнонной сети i ∈ [1…h], где x(i, t), g(i, t) - параметры и градиенты слоя i на шаге t, применяют такое правило обновления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288" y="2089400"/>
            <a:ext cx="4638675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578525" y="3423500"/>
            <a:ext cx="8190000" cy="17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Зачем оно надо?...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Помогает избегать ситуаций с взрывающимся градиентом или с плато(см след слайд)=&gt; модель быстрее обучится!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функция фи попгает избавляться от дисбаланса в обучении разных слоев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50" y="483263"/>
            <a:ext cx="9015700" cy="41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важно что batchsize большой?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55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вдруг в бвтч попали выбросы, градиент стал близок к 0, сделали большой шаг хотя не стоило - плохо.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 большом батче направление почти совпалает с реальным направлением град спуска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275" y="1432468"/>
            <a:ext cx="3489600" cy="28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Подробнее про Lars</a:t>
            </a:r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961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23232"/>
                </a:solidFill>
                <a:highlight>
                  <a:srgbClr val="FFFFFF"/>
                </a:highlight>
              </a:rPr>
              <a:t>Heavy-ball Momentum: используется для ускорения процесса оптимизации. В выпуклых задачах имеет доказанные оценки на улучшение скорости сходимости</a:t>
            </a:r>
            <a:endParaRPr sz="1350">
              <a:solidFill>
                <a:srgbClr val="32323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23232"/>
                </a:solidFill>
                <a:highlight>
                  <a:srgbClr val="FFFFFF"/>
                </a:highlight>
              </a:rPr>
              <a:t>В качестве A использует Heavy-ball momentum optimizer </a:t>
            </a:r>
            <a:endParaRPr sz="1350">
              <a:solidFill>
                <a:srgbClr val="32323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23232"/>
                </a:solidFill>
                <a:highlight>
                  <a:srgbClr val="FFFFFF"/>
                </a:highlight>
              </a:rPr>
              <a:t>Как это работает? Новая формула пересчета выглядит так</a:t>
            </a:r>
            <a:endParaRPr sz="1350">
              <a:solidFill>
                <a:srgbClr val="32323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23232"/>
                </a:solidFill>
                <a:highlight>
                  <a:srgbClr val="FFFFFF"/>
                </a:highlight>
              </a:rPr>
              <a:t>то есть с гаждым шагом вклад градиента с первого шага будет экспоненциально убывать(подробнее еще раз будет разобрано ниже, для нашего алгоритма Lamb</a:t>
            </a:r>
            <a:endParaRPr sz="1350">
              <a:solidFill>
                <a:srgbClr val="32323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50">
                <a:solidFill>
                  <a:srgbClr val="323232"/>
                </a:solidFill>
                <a:highlight>
                  <a:srgbClr val="FFFFFF"/>
                </a:highlight>
              </a:rPr>
              <a:t>Глазный плюс: 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Уменьшает дисперсию градиентов.</a:t>
            </a:r>
            <a:endParaRPr sz="1350">
              <a:solidFill>
                <a:srgbClr val="323232"/>
              </a:solidFill>
              <a:highlight>
                <a:srgbClr val="FFFFFF"/>
              </a:highlight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519" y="3145175"/>
            <a:ext cx="3097000" cy="4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125" y="388813"/>
            <a:ext cx="4094825" cy="233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2500" y="2804576"/>
            <a:ext cx="3230150" cy="22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Теорема 2 из статьи - утверждение о том что LARS сходится</a:t>
            </a:r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2" y="1422550"/>
            <a:ext cx="907164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Схема доказательства теоремы:</a:t>
            </a:r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1164675"/>
            <a:ext cx="8520600" cy="39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напомнима формулу для пересчета весов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Опираясь на свойства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 получаем (градиент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липшецева функция)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После некоторых математических преобразований првой части получаем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Ввведем обозначения </a:t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850" y="1017725"/>
            <a:ext cx="2912225" cy="6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050" y="1711100"/>
            <a:ext cx="5815799" cy="11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3" y="3450725"/>
            <a:ext cx="9039875" cy="9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0400" y="4294800"/>
            <a:ext cx="235625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Схема доказательства теоремы: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проеобразуем еще правую часть использую новые обозначения получим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Применям неп=равенство КБШ: получаем такое в правой части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0" y="1639925"/>
            <a:ext cx="9003251" cy="159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25" y="3751742"/>
            <a:ext cx="8832299" cy="958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Схема доказательства теоремы: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Теперь переходим к матожиданию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Суммируем по t от 1 до T и с помощью телескопических сумм получаем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6183"/>
            <a:ext cx="9143998" cy="1571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25" y="3804800"/>
            <a:ext cx="9052074" cy="11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Схема доказательства теоремы: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перегрупируем слагаемые и делим все на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получаем такое неравенство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150" y="1094475"/>
            <a:ext cx="84395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46988"/>
            <a:ext cx="9144000" cy="225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311700" y="181500"/>
            <a:ext cx="85206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>
                <a:highlight>
                  <a:schemeClr val="accent1"/>
                </a:highlight>
              </a:rPr>
              <a:t>DNN</a:t>
            </a:r>
            <a:r>
              <a:rPr lang="ru"/>
              <a:t>  (Prerequisite for LAMB)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Чтобы дойти до идеи LAMB, вспомним немного про то, что такое DNN - Deep Neural Network, ведь работать мы будем именно с ними. И как их обучать без “накруток”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Один Нейрон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77" name="Google Shape;177;p30" title="Снимок экрана 2026-04-14 в 00.18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450" y="1772050"/>
            <a:ext cx="6981550" cy="32621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F582821B-0BC9-B7F3-3F1C-8ED281FDFF37}"/>
                  </a:ext>
                </a:extLst>
              </p14:cNvPr>
              <p14:cNvContentPartPr/>
              <p14:nvPr/>
            </p14:nvContentPartPr>
            <p14:xfrm>
              <a:off x="-601748" y="2924937"/>
              <a:ext cx="360" cy="36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F582821B-0BC9-B7F3-3F1C-8ED281FDFF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607868" y="291881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99D5C677-5AC5-AC71-9ECC-548C28523DEE}"/>
              </a:ext>
            </a:extLst>
          </p:cNvPr>
          <p:cNvGrpSpPr/>
          <p:nvPr/>
        </p:nvGrpSpPr>
        <p:grpSpPr>
          <a:xfrm>
            <a:off x="5592823" y="3337299"/>
            <a:ext cx="99720" cy="114120"/>
            <a:chOff x="5592823" y="3337299"/>
            <a:chExt cx="9972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B0AF7085-D71B-BE1B-DA34-555C54685E76}"/>
                    </a:ext>
                  </a:extLst>
                </p14:cNvPr>
                <p14:cNvContentPartPr/>
                <p14:nvPr/>
              </p14:nvContentPartPr>
              <p14:xfrm>
                <a:off x="5629183" y="3361779"/>
                <a:ext cx="60840" cy="86400"/>
              </p14:xfrm>
            </p:contentPart>
          </mc:Choice>
          <mc:Fallback xmlns=""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B0AF7085-D71B-BE1B-DA34-555C54685E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23063" y="3355659"/>
                  <a:ext cx="73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D3C6C82F-E5E9-FF26-B351-0AABDCAB79C1}"/>
                    </a:ext>
                  </a:extLst>
                </p14:cNvPr>
                <p14:cNvContentPartPr/>
                <p14:nvPr/>
              </p14:nvContentPartPr>
              <p14:xfrm>
                <a:off x="5592823" y="3337299"/>
                <a:ext cx="99720" cy="114120"/>
              </p14:xfrm>
            </p:contentPart>
          </mc:Choice>
          <mc:Fallback xmlns=""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D3C6C82F-E5E9-FF26-B351-0AABDCAB79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86703" y="3331179"/>
                  <a:ext cx="11196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8E2C2A91-DE66-B186-AC20-D1C97FC24732}"/>
                  </a:ext>
                </a:extLst>
              </p14:cNvPr>
              <p14:cNvContentPartPr/>
              <p14:nvPr/>
            </p14:nvContentPartPr>
            <p14:xfrm>
              <a:off x="5930863" y="3319299"/>
              <a:ext cx="102600" cy="13968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8E2C2A91-DE66-B186-AC20-D1C97FC247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24743" y="3313179"/>
                <a:ext cx="1148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804184B7-613F-81B8-94E9-BF68652FDB8F}"/>
                  </a:ext>
                </a:extLst>
              </p14:cNvPr>
              <p14:cNvContentPartPr/>
              <p14:nvPr/>
            </p14:nvContentPartPr>
            <p14:xfrm>
              <a:off x="8064223" y="3805299"/>
              <a:ext cx="542880" cy="53460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804184B7-613F-81B8-94E9-BF68652FDB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58103" y="3799179"/>
                <a:ext cx="555120" cy="54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body" idx="1"/>
          </p:nvPr>
        </p:nvSpPr>
        <p:spPr>
          <a:xfrm>
            <a:off x="269263" y="143750"/>
            <a:ext cx="8520600" cy="4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Один полносвязный слой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3" name="Google Shape;183;p31" title="Снимок экрана 2026-04-14 в 00.20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00" y="788900"/>
            <a:ext cx="7132575" cy="420012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2F646600-B1B0-BA33-C6B2-2A47827D8601}"/>
                  </a:ext>
                </a:extLst>
              </p14:cNvPr>
              <p14:cNvContentPartPr/>
              <p14:nvPr/>
            </p14:nvContentPartPr>
            <p14:xfrm>
              <a:off x="5783263" y="795339"/>
              <a:ext cx="91080" cy="27324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2F646600-B1B0-BA33-C6B2-2A47827D86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77143" y="789219"/>
                <a:ext cx="10332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48B18AA-A204-76DF-49A2-8FDAC37E6488}"/>
              </a:ext>
            </a:extLst>
          </p:cNvPr>
          <p:cNvGrpSpPr/>
          <p:nvPr/>
        </p:nvGrpSpPr>
        <p:grpSpPr>
          <a:xfrm>
            <a:off x="6884863" y="977859"/>
            <a:ext cx="1900800" cy="3304800"/>
            <a:chOff x="6884863" y="977859"/>
            <a:chExt cx="1900800" cy="33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77FE22E1-E6F7-D103-9384-CB29F6F9F685}"/>
                    </a:ext>
                  </a:extLst>
                </p14:cNvPr>
                <p14:cNvContentPartPr/>
                <p14:nvPr/>
              </p14:nvContentPartPr>
              <p14:xfrm>
                <a:off x="7705303" y="977859"/>
                <a:ext cx="1080360" cy="3304800"/>
              </p14:xfrm>
            </p:contentPart>
          </mc:Choice>
          <mc:Fallback xmlns=""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77FE22E1-E6F7-D103-9384-CB29F6F9F6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99183" y="971739"/>
                  <a:ext cx="1092600" cy="33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1A0C8DAB-6AF6-9E8F-0CDB-628EB028BF82}"/>
                    </a:ext>
                  </a:extLst>
                </p14:cNvPr>
                <p14:cNvContentPartPr/>
                <p14:nvPr/>
              </p14:nvContentPartPr>
              <p14:xfrm>
                <a:off x="6884863" y="1066059"/>
                <a:ext cx="207000" cy="2991240"/>
              </p14:xfrm>
            </p:contentPart>
          </mc:Choice>
          <mc:Fallback xmlns=""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1A0C8DAB-6AF6-9E8F-0CDB-628EB028BF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78743" y="1059939"/>
                  <a:ext cx="219240" cy="30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190FEEEC-ABC5-8432-D9F6-757D17F4854D}"/>
                    </a:ext>
                  </a:extLst>
                </p14:cNvPr>
                <p14:cNvContentPartPr/>
                <p14:nvPr/>
              </p14:nvContentPartPr>
              <p14:xfrm>
                <a:off x="7275463" y="1167219"/>
                <a:ext cx="81000" cy="2867040"/>
              </p14:xfrm>
            </p:contentPart>
          </mc:Choice>
          <mc:Fallback xmlns=""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190FEEEC-ABC5-8432-D9F6-757D17F4854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69343" y="1161099"/>
                  <a:ext cx="93240" cy="28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F24D0416-CD4B-72B8-F836-97038DD36F70}"/>
              </a:ext>
            </a:extLst>
          </p:cNvPr>
          <p:cNvGrpSpPr/>
          <p:nvPr/>
        </p:nvGrpSpPr>
        <p:grpSpPr>
          <a:xfrm>
            <a:off x="3545503" y="856899"/>
            <a:ext cx="1235520" cy="3327480"/>
            <a:chOff x="3545503" y="856899"/>
            <a:chExt cx="1235520" cy="332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D654F1FD-B24B-8C28-B6FA-2CE60533F01A}"/>
                    </a:ext>
                  </a:extLst>
                </p14:cNvPr>
                <p14:cNvContentPartPr/>
                <p14:nvPr/>
              </p14:nvContentPartPr>
              <p14:xfrm>
                <a:off x="3733783" y="1118619"/>
                <a:ext cx="448560" cy="371160"/>
              </p14:xfrm>
            </p:contentPart>
          </mc:Choice>
          <mc:Fallback xmlns=""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D654F1FD-B24B-8C28-B6FA-2CE60533F0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27663" y="1112499"/>
                  <a:ext cx="4608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Рукописный ввод 5">
                  <a:extLst>
                    <a:ext uri="{FF2B5EF4-FFF2-40B4-BE49-F238E27FC236}">
                      <a16:creationId xmlns:a16="http://schemas.microsoft.com/office/drawing/2014/main" id="{67834E9D-46EA-88A8-5711-8DDC775F1D6F}"/>
                    </a:ext>
                  </a:extLst>
                </p14:cNvPr>
                <p14:cNvContentPartPr/>
                <p14:nvPr/>
              </p14:nvContentPartPr>
              <p14:xfrm>
                <a:off x="3690223" y="1864179"/>
                <a:ext cx="461160" cy="295560"/>
              </p14:xfrm>
            </p:contentPart>
          </mc:Choice>
          <mc:Fallback xmlns="">
            <p:pic>
              <p:nvPicPr>
                <p:cNvPr id="6" name="Рукописный ввод 5">
                  <a:extLst>
                    <a:ext uri="{FF2B5EF4-FFF2-40B4-BE49-F238E27FC236}">
                      <a16:creationId xmlns:a16="http://schemas.microsoft.com/office/drawing/2014/main" id="{67834E9D-46EA-88A8-5711-8DDC775F1D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84103" y="1858059"/>
                  <a:ext cx="473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Рукописный ввод 6">
                  <a:extLst>
                    <a:ext uri="{FF2B5EF4-FFF2-40B4-BE49-F238E27FC236}">
                      <a16:creationId xmlns:a16="http://schemas.microsoft.com/office/drawing/2014/main" id="{161EE26D-27FD-D1EB-1FE2-7ADB7B37717A}"/>
                    </a:ext>
                  </a:extLst>
                </p14:cNvPr>
                <p14:cNvContentPartPr/>
                <p14:nvPr/>
              </p14:nvContentPartPr>
              <p14:xfrm>
                <a:off x="3587983" y="3133179"/>
                <a:ext cx="525600" cy="317160"/>
              </p14:xfrm>
            </p:contentPart>
          </mc:Choice>
          <mc:Fallback xmlns="">
            <p:pic>
              <p:nvPicPr>
                <p:cNvPr id="7" name="Рукописный ввод 6">
                  <a:extLst>
                    <a:ext uri="{FF2B5EF4-FFF2-40B4-BE49-F238E27FC236}">
                      <a16:creationId xmlns:a16="http://schemas.microsoft.com/office/drawing/2014/main" id="{161EE26D-27FD-D1EB-1FE2-7ADB7B3771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81863" y="3127059"/>
                  <a:ext cx="537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F7D93096-D60B-D7CC-769A-781B41889067}"/>
                    </a:ext>
                  </a:extLst>
                </p14:cNvPr>
                <p14:cNvContentPartPr/>
                <p14:nvPr/>
              </p14:nvContentPartPr>
              <p14:xfrm>
                <a:off x="3545503" y="856899"/>
                <a:ext cx="1235520" cy="332748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F7D93096-D60B-D7CC-769A-781B4188906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9383" y="850779"/>
                  <a:ext cx="1247760" cy="3339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>
            <a:spLocks noGrp="1"/>
          </p:cNvSpPr>
          <p:nvPr>
            <p:ph type="body" idx="1"/>
          </p:nvPr>
        </p:nvSpPr>
        <p:spPr>
          <a:xfrm>
            <a:off x="420750" y="207375"/>
            <a:ext cx="8520600" cy="45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Таких слоев может быть несколько (их уже трудно рисовать). В этой статье мы рассматривали BERN - как пример того, где техника LAMB работает быстро за 76 минут, согласно статье. В BERN примерно 1.5 млрд параметров. Обозначения у нас будут такие (да, небольшая коллизия с прошлыми)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У нас DNN из h слоев. Пусть данные наши - это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Каждый слой как мы поняли выглядит так: </a:t>
            </a:r>
            <a:endParaRPr/>
          </a:p>
          <a:p>
            <a:pPr marL="457200" lvl="0" indent="-317183" algn="l" rtl="0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ru"/>
              <a:t>Берет на вход активации предыдущего слоя (y на предыдущей картинке)</a:t>
            </a:r>
            <a:endParaRPr/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ru"/>
              <a:t>Умножает их на свои веса x^(i), прибавляя смещение (считаем, что смещение уже записано в это x^(i))</a:t>
            </a:r>
            <a:endParaRPr/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ru"/>
              <a:t>Применяется нелинейная функция активации \sigmoid (ReLu, Softmax, etc)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 каждом слое у нас есть параметры: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x^(i) - веса со смещением. И у нас таких слоев по статье h штук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AF9FBC0D-4A5F-88B0-24AC-7F30B30D2B96}"/>
                  </a:ext>
                </a:extLst>
              </p14:cNvPr>
              <p14:cNvContentPartPr/>
              <p14:nvPr/>
            </p14:nvContentPartPr>
            <p14:xfrm>
              <a:off x="612583" y="1944099"/>
              <a:ext cx="1420200" cy="1332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AF9FBC0D-4A5F-88B0-24AC-7F30B30D2B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463" y="1937979"/>
                <a:ext cx="14324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275A776E-88E3-3EE1-7920-BF16B7E7873B}"/>
                  </a:ext>
                </a:extLst>
              </p14:cNvPr>
              <p14:cNvContentPartPr/>
              <p14:nvPr/>
            </p14:nvContentPartPr>
            <p14:xfrm>
              <a:off x="425743" y="4355739"/>
              <a:ext cx="2540160" cy="24732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275A776E-88E3-3EE1-7920-BF16B7E787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9623" y="4349619"/>
                <a:ext cx="2552400" cy="25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239000" y="358050"/>
            <a:ext cx="85206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Все параметры всех слоёв вместе мы складываем в один большой вектор</a:t>
            </a:r>
            <a:endParaRPr/>
          </a:p>
        </p:txBody>
      </p:sp>
      <p:pic>
        <p:nvPicPr>
          <p:cNvPr id="194" name="Google Shape;194;p33" title="Снимок экрана 2026-04-14 в 00.3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800" y="1045700"/>
            <a:ext cx="2241100" cy="18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3"/>
          <p:cNvSpPr txBox="1"/>
          <p:nvPr/>
        </p:nvSpPr>
        <p:spPr>
          <a:xfrm>
            <a:off x="481625" y="3453225"/>
            <a:ext cx="835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Понятно, что с помощью Identical матрицы мы можем получить доступ к любой x^(i)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760D180-A652-F718-1E8F-9B9CE96293EE}"/>
              </a:ext>
            </a:extLst>
          </p:cNvPr>
          <p:cNvGrpSpPr/>
          <p:nvPr/>
        </p:nvGrpSpPr>
        <p:grpSpPr>
          <a:xfrm>
            <a:off x="4446583" y="1370259"/>
            <a:ext cx="624240" cy="470520"/>
            <a:chOff x="4446583" y="1370259"/>
            <a:chExt cx="62424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Рукописный ввод 2">
                  <a:extLst>
                    <a:ext uri="{FF2B5EF4-FFF2-40B4-BE49-F238E27FC236}">
                      <a16:creationId xmlns:a16="http://schemas.microsoft.com/office/drawing/2014/main" id="{6B4409D6-008D-A7B3-6120-0AEF76DC4AF0}"/>
                    </a:ext>
                  </a:extLst>
                </p14:cNvPr>
                <p14:cNvContentPartPr/>
                <p14:nvPr/>
              </p14:nvContentPartPr>
              <p14:xfrm>
                <a:off x="4446583" y="1445139"/>
                <a:ext cx="584280" cy="2520"/>
              </p14:xfrm>
            </p:contentPart>
          </mc:Choice>
          <mc:Fallback xmlns="">
            <p:pic>
              <p:nvPicPr>
                <p:cNvPr id="3" name="Рукописный ввод 2">
                  <a:extLst>
                    <a:ext uri="{FF2B5EF4-FFF2-40B4-BE49-F238E27FC236}">
                      <a16:creationId xmlns:a16="http://schemas.microsoft.com/office/drawing/2014/main" id="{6B4409D6-008D-A7B3-6120-0AEF76DC4AF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0463" y="1439019"/>
                  <a:ext cx="5965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Рукописный ввод 3">
                  <a:extLst>
                    <a:ext uri="{FF2B5EF4-FFF2-40B4-BE49-F238E27FC236}">
                      <a16:creationId xmlns:a16="http://schemas.microsoft.com/office/drawing/2014/main" id="{746B910B-4934-BDD3-C2B1-43C9DA787CB1}"/>
                    </a:ext>
                  </a:extLst>
                </p14:cNvPr>
                <p14:cNvContentPartPr/>
                <p14:nvPr/>
              </p14:nvContentPartPr>
              <p14:xfrm>
                <a:off x="4475023" y="1370259"/>
                <a:ext cx="312120" cy="232920"/>
              </p14:xfrm>
            </p:contentPart>
          </mc:Choice>
          <mc:Fallback xmlns="">
            <p:pic>
              <p:nvPicPr>
                <p:cNvPr id="4" name="Рукописный ввод 3">
                  <a:extLst>
                    <a:ext uri="{FF2B5EF4-FFF2-40B4-BE49-F238E27FC236}">
                      <a16:creationId xmlns:a16="http://schemas.microsoft.com/office/drawing/2014/main" id="{746B910B-4934-BDD3-C2B1-43C9DA787C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68903" y="1364139"/>
                  <a:ext cx="324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5E22BC76-366C-982A-E2B1-CE13C7A78B8F}"/>
                    </a:ext>
                  </a:extLst>
                </p14:cNvPr>
                <p14:cNvContentPartPr/>
                <p14:nvPr/>
              </p14:nvContentPartPr>
              <p14:xfrm>
                <a:off x="4628383" y="1725219"/>
                <a:ext cx="442440" cy="4680"/>
              </p14:xfrm>
            </p:contentPart>
          </mc:Choice>
          <mc:Fallback xmlns=""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5E22BC76-366C-982A-E2B1-CE13C7A78B8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22263" y="1719099"/>
                  <a:ext cx="4546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Рукописный ввод 5">
                  <a:extLst>
                    <a:ext uri="{FF2B5EF4-FFF2-40B4-BE49-F238E27FC236}">
                      <a16:creationId xmlns:a16="http://schemas.microsoft.com/office/drawing/2014/main" id="{864ECF17-C61C-0447-4D36-9ACABA5A5E5F}"/>
                    </a:ext>
                  </a:extLst>
                </p14:cNvPr>
                <p14:cNvContentPartPr/>
                <p14:nvPr/>
              </p14:nvContentPartPr>
              <p14:xfrm>
                <a:off x="4515343" y="1684539"/>
                <a:ext cx="213120" cy="156240"/>
              </p14:xfrm>
            </p:contentPart>
          </mc:Choice>
          <mc:Fallback xmlns="">
            <p:pic>
              <p:nvPicPr>
                <p:cNvPr id="6" name="Рукописный ввод 5">
                  <a:extLst>
                    <a:ext uri="{FF2B5EF4-FFF2-40B4-BE49-F238E27FC236}">
                      <a16:creationId xmlns:a16="http://schemas.microsoft.com/office/drawing/2014/main" id="{864ECF17-C61C-0447-4D36-9ACABA5A5E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9223" y="1678419"/>
                  <a:ext cx="2253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4AC2E07A-9D0D-04CB-397C-8CAB5EDA6C48}"/>
              </a:ext>
            </a:extLst>
          </p:cNvPr>
          <p:cNvGrpSpPr/>
          <p:nvPr/>
        </p:nvGrpSpPr>
        <p:grpSpPr>
          <a:xfrm>
            <a:off x="5132383" y="1580139"/>
            <a:ext cx="965160" cy="632880"/>
            <a:chOff x="5132383" y="1580139"/>
            <a:chExt cx="965160" cy="63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85844556-A3C2-2F5B-BF56-DF3EAA72D98B}"/>
                    </a:ext>
                  </a:extLst>
                </p14:cNvPr>
                <p14:cNvContentPartPr/>
                <p14:nvPr/>
              </p14:nvContentPartPr>
              <p14:xfrm>
                <a:off x="5132383" y="2004579"/>
                <a:ext cx="248040" cy="204120"/>
              </p14:xfrm>
            </p:contentPart>
          </mc:Choice>
          <mc:Fallback xmlns=""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85844556-A3C2-2F5B-BF56-DF3EAA72D9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26263" y="1998459"/>
                  <a:ext cx="260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EEAC8616-950D-9ABB-0E5C-8BFED29D4FF8}"/>
                    </a:ext>
                  </a:extLst>
                </p14:cNvPr>
                <p14:cNvContentPartPr/>
                <p14:nvPr/>
              </p14:nvContentPartPr>
              <p14:xfrm>
                <a:off x="5153263" y="2089179"/>
                <a:ext cx="258840" cy="2160"/>
              </p14:xfrm>
            </p:contentPart>
          </mc:Choice>
          <mc:Fallback xmlns=""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EEAC8616-950D-9ABB-0E5C-8BFED29D4F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47143" y="2083059"/>
                  <a:ext cx="2710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1598E9A2-7512-D575-54EF-92C143534756}"/>
                    </a:ext>
                  </a:extLst>
                </p14:cNvPr>
                <p14:cNvContentPartPr/>
                <p14:nvPr/>
              </p14:nvContentPartPr>
              <p14:xfrm>
                <a:off x="5627023" y="1886499"/>
                <a:ext cx="7920" cy="326520"/>
              </p14:xfrm>
            </p:contentPart>
          </mc:Choice>
          <mc:Fallback xmlns=""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1598E9A2-7512-D575-54EF-92C1435347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20903" y="1880379"/>
                  <a:ext cx="20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5FB88C3F-FB88-4710-B195-124A110A0E76}"/>
                    </a:ext>
                  </a:extLst>
                </p14:cNvPr>
                <p14:cNvContentPartPr/>
                <p14:nvPr/>
              </p14:nvContentPartPr>
              <p14:xfrm>
                <a:off x="5656543" y="1892979"/>
                <a:ext cx="32040" cy="227880"/>
              </p14:xfrm>
            </p:contentPart>
          </mc:Choice>
          <mc:Fallback xmlns=""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5FB88C3F-FB88-4710-B195-124A110A0E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50423" y="1886859"/>
                  <a:ext cx="44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17937DC2-619C-7FEB-9EB3-2823D3DB3B40}"/>
                    </a:ext>
                  </a:extLst>
                </p14:cNvPr>
                <p14:cNvContentPartPr/>
                <p14:nvPr/>
              </p14:nvContentPartPr>
              <p14:xfrm>
                <a:off x="5680303" y="1871019"/>
                <a:ext cx="246600" cy="331200"/>
              </p14:xfrm>
            </p:contentPart>
          </mc:Choice>
          <mc:Fallback xmlns=""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17937DC2-619C-7FEB-9EB3-2823D3DB3B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74183" y="1864899"/>
                  <a:ext cx="2588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3FD071B0-8782-DBEA-395C-D920FC8734E1}"/>
                    </a:ext>
                  </a:extLst>
                </p14:cNvPr>
                <p14:cNvContentPartPr/>
                <p14:nvPr/>
              </p14:nvContentPartPr>
              <p14:xfrm>
                <a:off x="5970103" y="1580139"/>
                <a:ext cx="127440" cy="381960"/>
              </p14:xfrm>
            </p:contentPart>
          </mc:Choice>
          <mc:Fallback xmlns=""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3FD071B0-8782-DBEA-395C-D920FC8734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63983" y="1574019"/>
                  <a:ext cx="139680" cy="39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78057A64-869D-9A85-159D-19CD9C5BA03C}"/>
              </a:ext>
            </a:extLst>
          </p:cNvPr>
          <p:cNvGrpSpPr/>
          <p:nvPr/>
        </p:nvGrpSpPr>
        <p:grpSpPr>
          <a:xfrm>
            <a:off x="5056783" y="1195299"/>
            <a:ext cx="237240" cy="220320"/>
            <a:chOff x="5056783" y="1195299"/>
            <a:chExt cx="23724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FDEFFF78-DD3A-92B1-B51C-83783B1CA452}"/>
                    </a:ext>
                  </a:extLst>
                </p14:cNvPr>
                <p14:cNvContentPartPr/>
                <p14:nvPr/>
              </p14:nvContentPartPr>
              <p14:xfrm>
                <a:off x="5056783" y="1195299"/>
                <a:ext cx="123480" cy="17208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FDEFFF78-DD3A-92B1-B51C-83783B1CA4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50663" y="1189179"/>
                  <a:ext cx="135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69A4EAB5-5EF9-84BE-5EBF-787628C6B01E}"/>
                    </a:ext>
                  </a:extLst>
                </p14:cNvPr>
                <p14:cNvContentPartPr/>
                <p14:nvPr/>
              </p14:nvContentPartPr>
              <p14:xfrm>
                <a:off x="5293663" y="1299339"/>
                <a:ext cx="360" cy="116280"/>
              </p14:xfrm>
            </p:contentPart>
          </mc:Choice>
          <mc:Fallback xmlns=""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69A4EAB5-5EF9-84BE-5EBF-787628C6B0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87543" y="1293219"/>
                  <a:ext cx="12600" cy="128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>
            <a:spLocks noGrp="1"/>
          </p:cNvSpPr>
          <p:nvPr>
            <p:ph type="title"/>
          </p:nvPr>
        </p:nvSpPr>
        <p:spPr>
          <a:xfrm>
            <a:off x="311700" y="190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ЗАДАЧА: оптимизировать функцию потерь Loss</a:t>
            </a:r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 делается стохастическим градиентным спуском за два шага: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Forward Pass - это когда мы прогоняем данные через всю сеть слева направо и получаем предсказание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2. Backpropagation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2" name="Google Shape;202;p34" title="Снимок экрана 2026-04-14 в 00.37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75" y="2234100"/>
            <a:ext cx="8260475" cy="9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4" title="Снимок экрана 2026-04-14 в 00.38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700" y="3228525"/>
            <a:ext cx="5017252" cy="18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5" title="Снимок экрана 2026-04-14 в 00.44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75" y="377625"/>
            <a:ext cx="8415273" cy="43882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19120D06-EDDB-75A1-52FD-91816E4AA110}"/>
                  </a:ext>
                </a:extLst>
              </p14:cNvPr>
              <p14:cNvContentPartPr/>
              <p14:nvPr/>
            </p14:nvContentPartPr>
            <p14:xfrm>
              <a:off x="652543" y="4320099"/>
              <a:ext cx="1676520" cy="35820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19120D06-EDDB-75A1-52FD-91816E4AA1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423" y="4313979"/>
                <a:ext cx="16887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8D53BC5-D44E-1CA5-B4B7-A871FAC4ACBE}"/>
                  </a:ext>
                </a:extLst>
              </p14:cNvPr>
              <p14:cNvContentPartPr/>
              <p14:nvPr/>
            </p14:nvContentPartPr>
            <p14:xfrm>
              <a:off x="520063" y="4174659"/>
              <a:ext cx="189720" cy="22392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8D53BC5-D44E-1CA5-B4B7-A871FAC4AC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3943" y="4168539"/>
                <a:ext cx="201960" cy="23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>
            <a:spLocks noGrp="1"/>
          </p:cNvSpPr>
          <p:nvPr>
            <p:ph type="title"/>
          </p:nvPr>
        </p:nvSpPr>
        <p:spPr>
          <a:xfrm>
            <a:off x="178225" y="145125"/>
            <a:ext cx="8209500" cy="5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Наша задача</a:t>
            </a:r>
            <a:endParaRPr/>
          </a:p>
        </p:txBody>
      </p:sp>
      <p:pic>
        <p:nvPicPr>
          <p:cNvPr id="214" name="Google Shape;214;p36" title="Снимок экрана 2026-04-14 в 00.45.45.png"/>
          <p:cNvPicPr preferRelativeResize="0"/>
          <p:nvPr/>
        </p:nvPicPr>
        <p:blipFill rotWithShape="1">
          <a:blip r:embed="rId3">
            <a:alphaModFix/>
          </a:blip>
          <a:srcRect t="27709"/>
          <a:stretch/>
        </p:blipFill>
        <p:spPr>
          <a:xfrm>
            <a:off x="178225" y="663225"/>
            <a:ext cx="8659226" cy="14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6"/>
          <p:cNvSpPr txBox="1"/>
          <p:nvPr/>
        </p:nvSpPr>
        <p:spPr>
          <a:xfrm>
            <a:off x="155400" y="2884463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Мы минимизируем такую неконвескную функцию с помощью SGD по такой формуле: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6" name="Google Shape;216;p36" title="Снимок экрана 2026-04-14 в 00.47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2075" y="3479100"/>
            <a:ext cx="5071825" cy="9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6"/>
          <p:cNvSpPr txBox="1"/>
          <p:nvPr/>
        </p:nvSpPr>
        <p:spPr>
          <a:xfrm>
            <a:off x="104550" y="4441650"/>
            <a:ext cx="8934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s - это один пример данных из датасета (данные, target) - это то, что мы подаем на вход модели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945100" y="2217750"/>
            <a:ext cx="7133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f(x) - это средний лосс по всему датасету + штраф за большие веса</a:t>
            </a:r>
            <a:endParaRPr sz="15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1B45B646-F352-15F7-919A-F183BC9CF7DE}"/>
                  </a:ext>
                </a:extLst>
              </p14:cNvPr>
              <p14:cNvContentPartPr/>
              <p14:nvPr/>
            </p14:nvContentPartPr>
            <p14:xfrm>
              <a:off x="2805343" y="1300779"/>
              <a:ext cx="3296160" cy="3132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1B45B646-F352-15F7-919A-F183BC9CF7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9223" y="1294659"/>
                <a:ext cx="33084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3069143C-64DC-6B90-D898-EFAA4DD7276B}"/>
                  </a:ext>
                </a:extLst>
              </p14:cNvPr>
              <p14:cNvContentPartPr/>
              <p14:nvPr/>
            </p14:nvContentPartPr>
            <p14:xfrm>
              <a:off x="4875703" y="515259"/>
              <a:ext cx="318960" cy="29808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069143C-64DC-6B90-D898-EFAA4DD727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69583" y="509139"/>
                <a:ext cx="331200" cy="31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Неконвексность</a:t>
            </a:r>
            <a:endParaRPr/>
          </a:p>
        </p:txBody>
      </p:sp>
      <p:sp>
        <p:nvSpPr>
          <p:cNvPr id="224" name="Google Shape;224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 в том, что у функции может быть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много локальных минимумов и SGD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может в одном из них “застрять” и не дойти до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глобального минимума. Невыпклость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(неконвексность) возникает из-за нелинейных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функций активации, находящихся между слоями.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Мы когда данные прогоняем forward pass через всю DNN у нас появляется невыпклость f_h(f_{h-1}(...(f_1(data))...) = y_pred - тоже невыпклый получился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Значит Loss невыпклый. Значит f - невыпукла</a:t>
            </a:r>
            <a:endParaRPr/>
          </a:p>
        </p:txBody>
      </p:sp>
      <p:pic>
        <p:nvPicPr>
          <p:cNvPr id="225" name="Google Shape;225;p37" title="Снимок экрана 2026-04-14 в 00.50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800" y="313725"/>
            <a:ext cx="3071549" cy="28646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ABD27733-9B4D-C17F-F2C3-5D63498B9B0B}"/>
                  </a:ext>
                </a:extLst>
              </p14:cNvPr>
              <p14:cNvContentPartPr/>
              <p14:nvPr/>
            </p14:nvContentPartPr>
            <p14:xfrm>
              <a:off x="419983" y="3964779"/>
              <a:ext cx="2991240" cy="10152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ABD27733-9B4D-C17F-F2C3-5D63498B9B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863" y="3958659"/>
                <a:ext cx="30034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D3F520F6-8A4C-5A2D-F89F-4C9E4DFF646D}"/>
                  </a:ext>
                </a:extLst>
              </p14:cNvPr>
              <p14:cNvContentPartPr/>
              <p14:nvPr/>
            </p14:nvContentPartPr>
            <p14:xfrm>
              <a:off x="2750623" y="3561219"/>
              <a:ext cx="803880" cy="47124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D3F520F6-8A4C-5A2D-F89F-4C9E4DFF64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4503" y="3555099"/>
                <a:ext cx="81612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07AABE4E-5EBD-E725-D74A-F43151A3D150}"/>
                  </a:ext>
                </a:extLst>
              </p14:cNvPr>
              <p14:cNvContentPartPr/>
              <p14:nvPr/>
            </p14:nvContentPartPr>
            <p14:xfrm>
              <a:off x="6193303" y="2798739"/>
              <a:ext cx="83520" cy="9360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07AABE4E-5EBD-E725-D74A-F43151A3D1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87183" y="2792619"/>
                <a:ext cx="957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3F1CE5B4-A74A-E5B0-C21A-3056D43C7E31}"/>
                  </a:ext>
                </a:extLst>
              </p14:cNvPr>
              <p14:cNvContentPartPr/>
              <p14:nvPr/>
            </p14:nvContentPartPr>
            <p14:xfrm>
              <a:off x="6463303" y="2567619"/>
              <a:ext cx="71640" cy="9468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3F1CE5B4-A74A-E5B0-C21A-3056D43C7E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57183" y="2561499"/>
                <a:ext cx="838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40A44BFA-D57B-3B7E-2F74-39401847D498}"/>
                  </a:ext>
                </a:extLst>
              </p14:cNvPr>
              <p14:cNvContentPartPr/>
              <p14:nvPr/>
            </p14:nvContentPartPr>
            <p14:xfrm>
              <a:off x="6725023" y="2309499"/>
              <a:ext cx="65160" cy="8208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40A44BFA-D57B-3B7E-2F74-39401847D4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18903" y="2303379"/>
                <a:ext cx="77400" cy="9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title"/>
          </p:nvPr>
        </p:nvSpPr>
        <p:spPr>
          <a:xfrm>
            <a:off x="216450" y="12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 ИДЕЯ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 - Layerwise Adaptive Moments for Batch training</a:t>
            </a:r>
            <a:endParaRPr/>
          </a:p>
        </p:txBody>
      </p:sp>
      <p:sp>
        <p:nvSpPr>
          <p:cNvPr id="231" name="Google Shape;231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Хотим ускорить обучение DNN, в основном фокусируясь на модифицированных вариантах SGD.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b="1"/>
              <a:t>Layerwise adaptive learning rates: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 обычном SGD используется один фиксированный hand-tuned learning rate. Проблема в том, что у нас много слоев. У одних слоев много параметров, у других поменьше. Одни слои долго обучаются, другие - быстро. Один learning rate в нашей задаче может привести к тому, что одни слои обучатся, а другие нет. Или в одних слоях будут exploding gradients, а в другом vanishing gradients. Чтобы такого не было и делать как можно меньше ручных настрое, LAMB дает объяснение, как правильно работать с learning rate внутри каждого слоя отдельно (layer wise) и даже внутри слоя </a:t>
            </a:r>
            <a:r>
              <a:rPr lang="ru">
                <a:solidFill>
                  <a:srgbClr val="FF00FF"/>
                </a:solidFill>
              </a:rPr>
              <a:t>(* two-fold adaptivity)</a:t>
            </a:r>
            <a:endParaRPr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Lamb для большого размера батча b, адаптирует lr так, чтобы обучение DNN было стабильным, эффективным и быстрым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123B9940-CF57-C416-A498-CA40C7FF94B0}"/>
                  </a:ext>
                </a:extLst>
              </p14:cNvPr>
              <p14:cNvContentPartPr/>
              <p14:nvPr/>
            </p14:nvContentPartPr>
            <p14:xfrm>
              <a:off x="4167583" y="3462579"/>
              <a:ext cx="2985840" cy="2160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123B9940-CF57-C416-A498-CA40C7FF94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1463" y="3456459"/>
                <a:ext cx="29980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79C0343C-2463-D872-B1E5-BB73D19E1931}"/>
                  </a:ext>
                </a:extLst>
              </p14:cNvPr>
              <p14:cNvContentPartPr/>
              <p14:nvPr/>
            </p14:nvContentPartPr>
            <p14:xfrm>
              <a:off x="4087663" y="3820059"/>
              <a:ext cx="1842840" cy="252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79C0343C-2463-D872-B1E5-BB73D19E19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81543" y="3813939"/>
                <a:ext cx="185508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DA6246DE-D9D7-7C67-484A-C0E251E0ACC1}"/>
                  </a:ext>
                </a:extLst>
              </p14:cNvPr>
              <p14:cNvContentPartPr/>
              <p14:nvPr/>
            </p14:nvContentPartPr>
            <p14:xfrm>
              <a:off x="3042943" y="973539"/>
              <a:ext cx="2582280" cy="651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DA6246DE-D9D7-7C67-484A-C0E251E0AC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36823" y="967419"/>
                <a:ext cx="2594520" cy="7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>
            <a:spLocks noGrp="1"/>
          </p:cNvSpPr>
          <p:nvPr>
            <p:ph type="title"/>
          </p:nvPr>
        </p:nvSpPr>
        <p:spPr>
          <a:xfrm>
            <a:off x="311700" y="163325"/>
            <a:ext cx="85206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Вспомним общую стратегия адаптации lr в 2 шага, на котрой базируется LAMB.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9"/>
          <p:cNvSpPr txBox="1">
            <a:spLocks noGrp="1"/>
          </p:cNvSpPr>
          <p:nvPr>
            <p:ph type="body" idx="1"/>
          </p:nvPr>
        </p:nvSpPr>
        <p:spPr>
          <a:xfrm>
            <a:off x="311700" y="1288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Нормализация  по L2 норме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Масштабирование learning rate некоторой функцией</a:t>
            </a:r>
            <a:endParaRPr/>
          </a:p>
        </p:txBody>
      </p:sp>
      <p:pic>
        <p:nvPicPr>
          <p:cNvPr id="238" name="Google Shape;238;p39" title="Снимок экрана 2026-04-14 в 15.54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00" y="2081025"/>
            <a:ext cx="8272701" cy="28427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9108F709-29E7-BB48-DB34-080B10FD535A}"/>
                  </a:ext>
                </a:extLst>
              </p14:cNvPr>
              <p14:cNvContentPartPr/>
              <p14:nvPr/>
            </p14:nvContentPartPr>
            <p14:xfrm>
              <a:off x="3495823" y="2410659"/>
              <a:ext cx="2189880" cy="2052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9108F709-29E7-BB48-DB34-080B10FD53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9703" y="2404539"/>
                <a:ext cx="2202120" cy="3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стратегия в 2 шага работает?</a:t>
            </a:r>
            <a:endParaRPr/>
          </a:p>
        </p:txBody>
      </p:sp>
      <p:sp>
        <p:nvSpPr>
          <p:cNvPr id="244" name="Google Shape;244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Нормализация игнорирует размер градиента (учитывается только направление антиградиента), это позволяет нам контролировать, что мы не проскочим глобальный минимум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Масштабирование LR с помощью функции \phi делает шаг пропорциональным норме самих параметров слоя.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5" name="Google Shape;245;p40" title="Снимок экрана 2026-04-14 в 15.59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850" y="3244225"/>
            <a:ext cx="4462423" cy="184990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0"/>
          <p:cNvSpPr txBox="1"/>
          <p:nvPr/>
        </p:nvSpPr>
        <p:spPr>
          <a:xfrm>
            <a:off x="454500" y="2967400"/>
            <a:ext cx="41175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2"/>
                </a:solidFill>
              </a:rPr>
              <a:t>Итого: пересчитываем веса по правилу ниже и параметр</a:t>
            </a:r>
            <a:endParaRPr sz="1500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2"/>
                </a:solidFill>
              </a:rPr>
              <a:t>lr автоматически подстраивается под масштаб</a:t>
            </a:r>
            <a:endParaRPr sz="1500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 параметров за счет \phi, под градиент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Это и есть «adaptivity of learning rate»</a:t>
            </a:r>
            <a:endParaRPr sz="1500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>
            <a:spLocks noGrp="1"/>
          </p:cNvSpPr>
          <p:nvPr>
            <p:ph type="title"/>
          </p:nvPr>
        </p:nvSpPr>
        <p:spPr>
          <a:xfrm>
            <a:off x="311700" y="281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работает LAMB?</a:t>
            </a:r>
            <a:endParaRPr/>
          </a:p>
        </p:txBody>
      </p:sp>
      <p:sp>
        <p:nvSpPr>
          <p:cNvPr id="252" name="Google Shape;252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ADAM optimizer в качестве итеративного алгоритма A обновления весов модели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Как уже было сказано выше </a:t>
            </a:r>
            <a:r>
              <a:rPr lang="ru">
                <a:solidFill>
                  <a:srgbClr val="FF00FF"/>
                </a:solidFill>
              </a:rPr>
              <a:t>(*)</a:t>
            </a:r>
            <a:r>
              <a:rPr lang="ru"/>
              <a:t>: LAMB меняет lr и между слоями, и внутри одного слоя тоже меняет: по каждой координате.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ADAM - это один из самых популярных адаптивных оптимизаторов в глубоком обучении (особенно для NLP - BERT)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Главная идея Adam — делать разный размер шага для каждой координаты (per-dimension adaptivity), автоматически подстраиваясь под то, насколько «шумный» или «стабильный» градиент в этой координате. Как подстраивается?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3" name="Google Shape;253;p41" title="Снимок экрана 2026-04-14 в 16.08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250" y="4031275"/>
            <a:ext cx="5606973" cy="10038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7AC777A6-0879-C9E9-6E67-03126C78E934}"/>
                  </a:ext>
                </a:extLst>
              </p14:cNvPr>
              <p14:cNvContentPartPr/>
              <p14:nvPr/>
            </p14:nvContentPartPr>
            <p14:xfrm>
              <a:off x="5009263" y="1617579"/>
              <a:ext cx="1602720" cy="1512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7AC777A6-0879-C9E9-6E67-03126C78E9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3143" y="1611459"/>
                <a:ext cx="16149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CAB24FBE-A670-6C3E-6DA6-FB2D37CB0AE3}"/>
                  </a:ext>
                </a:extLst>
              </p14:cNvPr>
              <p14:cNvContentPartPr/>
              <p14:nvPr/>
            </p14:nvContentPartPr>
            <p14:xfrm>
              <a:off x="4419943" y="3113739"/>
              <a:ext cx="1132920" cy="252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CAB24FBE-A670-6C3E-6DA6-FB2D37CB0A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13823" y="3107619"/>
                <a:ext cx="114516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4F851D24-A433-CC4E-98FD-55F47AD8607C}"/>
                  </a:ext>
                </a:extLst>
              </p14:cNvPr>
              <p14:cNvContentPartPr/>
              <p14:nvPr/>
            </p14:nvContentPartPr>
            <p14:xfrm>
              <a:off x="3210703" y="1902699"/>
              <a:ext cx="352440" cy="3999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4F851D24-A433-CC4E-98FD-55F47AD860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04583" y="1896579"/>
                <a:ext cx="364680" cy="41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81A4924-419D-1A16-F81B-E0C2A523A56F}"/>
              </a:ext>
            </a:extLst>
          </p:cNvPr>
          <p:cNvGrpSpPr/>
          <p:nvPr/>
        </p:nvGrpSpPr>
        <p:grpSpPr>
          <a:xfrm>
            <a:off x="7016263" y="4167459"/>
            <a:ext cx="716760" cy="864360"/>
            <a:chOff x="7016263" y="4167459"/>
            <a:chExt cx="716760" cy="86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BA6FF4E0-3065-5BE3-B065-763A493FC293}"/>
                    </a:ext>
                  </a:extLst>
                </p14:cNvPr>
                <p14:cNvContentPartPr/>
                <p14:nvPr/>
              </p14:nvContentPartPr>
              <p14:xfrm>
                <a:off x="7202383" y="4167459"/>
                <a:ext cx="164880" cy="864360"/>
              </p14:xfrm>
            </p:contentPart>
          </mc:Choice>
          <mc:Fallback xmlns=""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BA6FF4E0-3065-5BE3-B065-763A493FC2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96263" y="4161339"/>
                  <a:ext cx="177120" cy="87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Рукописный ввод 5">
                  <a:extLst>
                    <a:ext uri="{FF2B5EF4-FFF2-40B4-BE49-F238E27FC236}">
                      <a16:creationId xmlns:a16="http://schemas.microsoft.com/office/drawing/2014/main" id="{DB30C319-1B88-B4F9-B431-C35310D5FFDB}"/>
                    </a:ext>
                  </a:extLst>
                </p14:cNvPr>
                <p14:cNvContentPartPr/>
                <p14:nvPr/>
              </p14:nvContentPartPr>
              <p14:xfrm>
                <a:off x="7016263" y="4218219"/>
                <a:ext cx="716760" cy="4680"/>
              </p14:xfrm>
            </p:contentPart>
          </mc:Choice>
          <mc:Fallback xmlns="">
            <p:pic>
              <p:nvPicPr>
                <p:cNvPr id="6" name="Рукописный ввод 5">
                  <a:extLst>
                    <a:ext uri="{FF2B5EF4-FFF2-40B4-BE49-F238E27FC236}">
                      <a16:creationId xmlns:a16="http://schemas.microsoft.com/office/drawing/2014/main" id="{DB30C319-1B88-B4F9-B431-C35310D5FF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10143" y="4212099"/>
                  <a:ext cx="729000" cy="1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3E7E775F-147C-4DD0-C48E-C030C49C0E6E}"/>
                  </a:ext>
                </a:extLst>
              </p14:cNvPr>
              <p14:cNvContentPartPr/>
              <p14:nvPr/>
            </p14:nvContentPartPr>
            <p14:xfrm>
              <a:off x="7000063" y="4855779"/>
              <a:ext cx="914400" cy="396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3E7E775F-147C-4DD0-C48E-C030C49C0E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93943" y="4849659"/>
                <a:ext cx="926640" cy="1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ADAM (адаптивность lr внутри слоя)</a:t>
            </a:r>
            <a:endParaRPr/>
          </a:p>
        </p:txBody>
      </p:sp>
      <p:sp>
        <p:nvSpPr>
          <p:cNvPr id="259" name="Google Shape;259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Adam подстраивает lr по каждой координате внутри слоя, с помощью подсчета двух экспоненциально сглаженных момента градиента. Формулу выше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/>
              <a:t>Моменты градиента</a:t>
            </a:r>
            <a:r>
              <a:rPr lang="ru"/>
              <a:t> в статистике это: g - это градиент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Первый момент - это средней значение / направление градиента E[g]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Второй момент - это среднее квадрата градиента E[g * g], то есть оценка на дисперсию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b="1" u="sng"/>
              <a:t>Экспоненциально сглаженные</a:t>
            </a:r>
            <a:r>
              <a:rPr lang="ru"/>
              <a:t> - понятно из рекурсивных формул выше: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мы храним информацию о предыдущих значения (кумулятивно), но старые градиенты “забываются” с экспоненциальной скоростью, это видно если раскрыть рекурсию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3" title="Снимок экрана 2026-04-14 в 16.23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75" y="843050"/>
            <a:ext cx="6027074" cy="196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 title="Снимок экрана 2026-04-14 в 16.25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38" y="2992250"/>
            <a:ext cx="8979473" cy="16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/>
          <p:cNvSpPr txBox="1"/>
          <p:nvPr/>
        </p:nvSpPr>
        <p:spPr>
          <a:xfrm>
            <a:off x="524975" y="127225"/>
            <a:ext cx="8398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ru" sz="2800">
                <a:solidFill>
                  <a:schemeClr val="dk1"/>
                </a:solidFill>
              </a:rPr>
              <a:t>ADAM (первый момент)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122B3E5-8C0E-6410-8B21-D7934ECC13B5}"/>
              </a:ext>
            </a:extLst>
          </p:cNvPr>
          <p:cNvGrpSpPr/>
          <p:nvPr/>
        </p:nvGrpSpPr>
        <p:grpSpPr>
          <a:xfrm>
            <a:off x="519703" y="711099"/>
            <a:ext cx="2972160" cy="631440"/>
            <a:chOff x="519703" y="711099"/>
            <a:chExt cx="2972160" cy="63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Рукописный ввод 1">
                  <a:extLst>
                    <a:ext uri="{FF2B5EF4-FFF2-40B4-BE49-F238E27FC236}">
                      <a16:creationId xmlns:a16="http://schemas.microsoft.com/office/drawing/2014/main" id="{ED4CEF3B-B443-AB0A-1D5A-DF738AB7F1A5}"/>
                    </a:ext>
                  </a:extLst>
                </p14:cNvPr>
                <p14:cNvContentPartPr/>
                <p14:nvPr/>
              </p14:nvContentPartPr>
              <p14:xfrm>
                <a:off x="519703" y="1193139"/>
                <a:ext cx="2972160" cy="3600"/>
              </p14:xfrm>
            </p:contentPart>
          </mc:Choice>
          <mc:Fallback xmlns="">
            <p:pic>
              <p:nvPicPr>
                <p:cNvPr id="2" name="Рукописный ввод 1">
                  <a:extLst>
                    <a:ext uri="{FF2B5EF4-FFF2-40B4-BE49-F238E27FC236}">
                      <a16:creationId xmlns:a16="http://schemas.microsoft.com/office/drawing/2014/main" id="{ED4CEF3B-B443-AB0A-1D5A-DF738AB7F1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3583" y="1187019"/>
                  <a:ext cx="2984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Рукописный ввод 2">
                  <a:extLst>
                    <a:ext uri="{FF2B5EF4-FFF2-40B4-BE49-F238E27FC236}">
                      <a16:creationId xmlns:a16="http://schemas.microsoft.com/office/drawing/2014/main" id="{1F9BA3D8-F6A8-0ED2-050C-A1A91DC0E09E}"/>
                    </a:ext>
                  </a:extLst>
                </p14:cNvPr>
                <p14:cNvContentPartPr/>
                <p14:nvPr/>
              </p14:nvContentPartPr>
              <p14:xfrm>
                <a:off x="1276783" y="711099"/>
                <a:ext cx="677160" cy="631440"/>
              </p14:xfrm>
            </p:contentPart>
          </mc:Choice>
          <mc:Fallback xmlns="">
            <p:pic>
              <p:nvPicPr>
                <p:cNvPr id="3" name="Рукописный ввод 2">
                  <a:extLst>
                    <a:ext uri="{FF2B5EF4-FFF2-40B4-BE49-F238E27FC236}">
                      <a16:creationId xmlns:a16="http://schemas.microsoft.com/office/drawing/2014/main" id="{1F9BA3D8-F6A8-0ED2-050C-A1A91DC0E09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0663" y="704979"/>
                  <a:ext cx="689400" cy="64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A689B83F-86CA-6C05-698D-FFF7E6602B1F}"/>
                  </a:ext>
                </a:extLst>
              </p14:cNvPr>
              <p14:cNvContentPartPr/>
              <p14:nvPr/>
            </p14:nvContentPartPr>
            <p14:xfrm>
              <a:off x="1162663" y="1692459"/>
              <a:ext cx="2394720" cy="1227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A689B83F-86CA-6C05-698D-FFF7E6602B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56543" y="1686339"/>
                <a:ext cx="24069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6212C011-9C41-833C-442E-BBE032DBAEF3}"/>
                  </a:ext>
                </a:extLst>
              </p14:cNvPr>
              <p14:cNvContentPartPr/>
              <p14:nvPr/>
            </p14:nvContentPartPr>
            <p14:xfrm>
              <a:off x="932983" y="2806659"/>
              <a:ext cx="5455080" cy="6948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6212C011-9C41-833C-442E-BBE032DBAEF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6863" y="2800539"/>
                <a:ext cx="546732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EF58BB7-6226-CBDD-A55E-4ADEB92243D4}"/>
              </a:ext>
            </a:extLst>
          </p:cNvPr>
          <p:cNvGrpSpPr/>
          <p:nvPr/>
        </p:nvGrpSpPr>
        <p:grpSpPr>
          <a:xfrm>
            <a:off x="4260823" y="2227779"/>
            <a:ext cx="692640" cy="365400"/>
            <a:chOff x="4260823" y="2227779"/>
            <a:chExt cx="69264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Рукописный ввод 7">
                  <a:extLst>
                    <a:ext uri="{FF2B5EF4-FFF2-40B4-BE49-F238E27FC236}">
                      <a16:creationId xmlns:a16="http://schemas.microsoft.com/office/drawing/2014/main" id="{09E12DA4-1B40-AD18-4AF5-57B7DB6E1FA6}"/>
                    </a:ext>
                  </a:extLst>
                </p14:cNvPr>
                <p14:cNvContentPartPr/>
                <p14:nvPr/>
              </p14:nvContentPartPr>
              <p14:xfrm>
                <a:off x="4260823" y="2292939"/>
                <a:ext cx="90000" cy="216000"/>
              </p14:xfrm>
            </p:contentPart>
          </mc:Choice>
          <mc:Fallback xmlns="">
            <p:pic>
              <p:nvPicPr>
                <p:cNvPr id="8" name="Рукописный ввод 7">
                  <a:extLst>
                    <a:ext uri="{FF2B5EF4-FFF2-40B4-BE49-F238E27FC236}">
                      <a16:creationId xmlns:a16="http://schemas.microsoft.com/office/drawing/2014/main" id="{09E12DA4-1B40-AD18-4AF5-57B7DB6E1F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54703" y="2286819"/>
                  <a:ext cx="102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BE74AB8C-F0B0-946E-3012-F06E393DEB70}"/>
                    </a:ext>
                  </a:extLst>
                </p14:cNvPr>
                <p14:cNvContentPartPr/>
                <p14:nvPr/>
              </p14:nvContentPartPr>
              <p14:xfrm>
                <a:off x="4352623" y="2342259"/>
                <a:ext cx="104400" cy="250920"/>
              </p14:xfrm>
            </p:contentPart>
          </mc:Choice>
          <mc:Fallback xmlns=""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BE74AB8C-F0B0-946E-3012-F06E393DEB7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46503" y="2336139"/>
                  <a:ext cx="116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CF36D30A-C7A4-9389-3B2F-C2F532C79934}"/>
                    </a:ext>
                  </a:extLst>
                </p14:cNvPr>
                <p14:cNvContentPartPr/>
                <p14:nvPr/>
              </p14:nvContentPartPr>
              <p14:xfrm>
                <a:off x="4500223" y="2403459"/>
                <a:ext cx="71640" cy="2160"/>
              </p14:xfrm>
            </p:contentPart>
          </mc:Choice>
          <mc:Fallback xmlns=""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CF36D30A-C7A4-9389-3B2F-C2F532C799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94103" y="2397339"/>
                  <a:ext cx="838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10F3B2F4-A8CF-9C5E-E907-50C5B25C51B4}"/>
                    </a:ext>
                  </a:extLst>
                </p14:cNvPr>
                <p14:cNvContentPartPr/>
                <p14:nvPr/>
              </p14:nvContentPartPr>
              <p14:xfrm>
                <a:off x="4667623" y="2232099"/>
                <a:ext cx="98640" cy="323280"/>
              </p14:xfrm>
            </p:contentPart>
          </mc:Choice>
          <mc:Fallback xmlns=""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10F3B2F4-A8CF-9C5E-E907-50C5B25C51B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61503" y="2225979"/>
                  <a:ext cx="1108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24815559-B167-92E8-76BA-21C5F1867F5E}"/>
                    </a:ext>
                  </a:extLst>
                </p14:cNvPr>
                <p14:cNvContentPartPr/>
                <p14:nvPr/>
              </p14:nvContentPartPr>
              <p14:xfrm>
                <a:off x="4823863" y="2396259"/>
                <a:ext cx="2160" cy="107280"/>
              </p14:xfrm>
            </p:contentPart>
          </mc:Choice>
          <mc:Fallback xmlns=""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24815559-B167-92E8-76BA-21C5F1867F5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17743" y="2390139"/>
                  <a:ext cx="14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DF3B5768-C9CF-9396-55B0-422655E0ECD9}"/>
                    </a:ext>
                  </a:extLst>
                </p14:cNvPr>
                <p14:cNvContentPartPr/>
                <p14:nvPr/>
              </p14:nvContentPartPr>
              <p14:xfrm>
                <a:off x="4865623" y="2227779"/>
                <a:ext cx="87840" cy="362160"/>
              </p14:xfrm>
            </p:contentPart>
          </mc:Choice>
          <mc:Fallback xmlns=""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DF3B5768-C9CF-9396-55B0-422655E0ECD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59503" y="2221659"/>
                  <a:ext cx="100080" cy="37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E1F10A35-F0FC-4F41-D882-F09DF37C5B5F}"/>
                  </a:ext>
                </a:extLst>
              </p14:cNvPr>
              <p14:cNvContentPartPr/>
              <p14:nvPr/>
            </p14:nvContentPartPr>
            <p14:xfrm>
              <a:off x="5177743" y="2693259"/>
              <a:ext cx="600840" cy="250920"/>
            </p14:xfrm>
          </p:contentPart>
        </mc:Choice>
        <mc:Fallback xmlns=""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E1F10A35-F0FC-4F41-D882-F09DF37C5B5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171623" y="2687139"/>
                <a:ext cx="6130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D3F7D916-F587-76CF-A478-87B651C6675E}"/>
                  </a:ext>
                </a:extLst>
              </p14:cNvPr>
              <p14:cNvContentPartPr/>
              <p14:nvPr/>
            </p14:nvContentPartPr>
            <p14:xfrm>
              <a:off x="5218423" y="2130219"/>
              <a:ext cx="99360" cy="40536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D3F7D916-F587-76CF-A478-87B651C6675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212303" y="2124099"/>
                <a:ext cx="11160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6ACA97D7-84EE-DD51-D894-A5141C38C126}"/>
                  </a:ext>
                </a:extLst>
              </p14:cNvPr>
              <p14:cNvContentPartPr/>
              <p14:nvPr/>
            </p14:nvContentPartPr>
            <p14:xfrm>
              <a:off x="5622343" y="2034099"/>
              <a:ext cx="121680" cy="39672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6ACA97D7-84EE-DD51-D894-A5141C38C12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16223" y="2027979"/>
                <a:ext cx="1339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576C3066-CEF7-0200-5841-26878246CD95}"/>
                  </a:ext>
                </a:extLst>
              </p14:cNvPr>
              <p14:cNvContentPartPr/>
              <p14:nvPr/>
            </p14:nvContentPartPr>
            <p14:xfrm>
              <a:off x="3782383" y="2821059"/>
              <a:ext cx="628920" cy="700920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576C3066-CEF7-0200-5841-26878246CD9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76263" y="2814939"/>
                <a:ext cx="641160" cy="71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ADAM (первый момент)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72;p44" title="Снимок экрана 2026-04-14 в 16.33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50" y="1616625"/>
            <a:ext cx="9049777" cy="18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ADAM (второй момент)</a:t>
            </a:r>
            <a:endParaRPr/>
          </a:p>
        </p:txBody>
      </p:sp>
      <p:pic>
        <p:nvPicPr>
          <p:cNvPr id="278" name="Google Shape;278;p45" title="Снимок экрана 2026-04-14 в 16.46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8" y="1117262"/>
            <a:ext cx="8834024" cy="34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5"/>
          <p:cNvSpPr txBox="1"/>
          <p:nvPr/>
        </p:nvSpPr>
        <p:spPr>
          <a:xfrm>
            <a:off x="54525" y="4684475"/>
            <a:ext cx="8705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Экспоненциальная сглаженность проверяется так же раскрытием рекурсии</a:t>
            </a:r>
            <a:endParaRPr sz="1500">
              <a:solidFill>
                <a:schemeClr val="dk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E4403F00-1ACB-585A-E391-C02AB77D805C}"/>
                  </a:ext>
                </a:extLst>
              </p14:cNvPr>
              <p14:cNvContentPartPr/>
              <p14:nvPr/>
            </p14:nvContentPartPr>
            <p14:xfrm>
              <a:off x="994183" y="3572379"/>
              <a:ext cx="1382760" cy="468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E4403F00-1ACB-585A-E391-C02AB77D80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8063" y="3566259"/>
                <a:ext cx="13950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3D49C75F-FDF4-9DC1-E30C-B42A34FC22AE}"/>
                  </a:ext>
                </a:extLst>
              </p14:cNvPr>
              <p14:cNvContentPartPr/>
              <p14:nvPr/>
            </p14:nvContentPartPr>
            <p14:xfrm>
              <a:off x="179863" y="1585539"/>
              <a:ext cx="2857680" cy="504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3D49C75F-FDF4-9DC1-E30C-B42A34FC22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743" y="1579419"/>
                <a:ext cx="286992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91A72FBE-E7F8-1E93-374A-FA9379F341D2}"/>
                  </a:ext>
                </a:extLst>
              </p14:cNvPr>
              <p14:cNvContentPartPr/>
              <p14:nvPr/>
            </p14:nvContentPartPr>
            <p14:xfrm>
              <a:off x="1035583" y="4185819"/>
              <a:ext cx="1124640" cy="864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91A72FBE-E7F8-1E93-374A-FA9379F341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9463" y="4179699"/>
                <a:ext cx="1136880" cy="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>
            <a:spLocks noGrp="1"/>
          </p:cNvSpPr>
          <p:nvPr>
            <p:ph type="title"/>
          </p:nvPr>
        </p:nvSpPr>
        <p:spPr>
          <a:xfrm>
            <a:off x="202650" y="117875"/>
            <a:ext cx="76761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" sz="2200"/>
              <a:t>Adam (финальное адаптивное направление обновления весов модели)</a:t>
            </a:r>
            <a:endParaRPr sz="2200"/>
          </a:p>
        </p:txBody>
      </p:sp>
      <p:pic>
        <p:nvPicPr>
          <p:cNvPr id="285" name="Google Shape;285;p46" title="Снимок экрана 2026-04-14 в 16.51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075" y="959325"/>
            <a:ext cx="3759693" cy="4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6" title="Снимок экрана 2026-04-14 в 16.51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000" y="1026113"/>
            <a:ext cx="1214235" cy="33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6" title="Снимок экрана 2026-04-14 в 16.57.2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825" y="1429300"/>
            <a:ext cx="6972176" cy="35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6"/>
          <p:cNvSpPr txBox="1"/>
          <p:nvPr/>
        </p:nvSpPr>
        <p:spPr>
          <a:xfrm>
            <a:off x="7507425" y="2329300"/>
            <a:ext cx="165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5C129F53-E8DD-E445-70A3-1537B5EC1EEF}"/>
                  </a:ext>
                </a:extLst>
              </p14:cNvPr>
              <p14:cNvContentPartPr/>
              <p14:nvPr/>
            </p14:nvContentPartPr>
            <p14:xfrm>
              <a:off x="4142743" y="802899"/>
              <a:ext cx="559080" cy="47988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5C129F53-E8DD-E445-70A3-1537B5EC1E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36623" y="796779"/>
                <a:ext cx="571320" cy="49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2. Нормализация по слоям</a:t>
            </a:r>
            <a:endParaRPr/>
          </a:p>
        </p:txBody>
      </p:sp>
      <p:pic>
        <p:nvPicPr>
          <p:cNvPr id="294" name="Google Shape;294;p47" title="Снимок экрана 2026-04-14 в 18.58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850" y="1060550"/>
            <a:ext cx="7189427" cy="8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7" title="Снимок экрана 2026-04-14 в 19.19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388" y="2102500"/>
            <a:ext cx="8049227" cy="240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7"/>
          <p:cNvSpPr txBox="1"/>
          <p:nvPr/>
        </p:nvSpPr>
        <p:spPr>
          <a:xfrm>
            <a:off x="598475" y="4505775"/>
            <a:ext cx="453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Реализована </a:t>
            </a:r>
            <a:r>
              <a:rPr lang="ru" sz="1800">
                <a:solidFill>
                  <a:srgbClr val="FF00FF"/>
                </a:solidFill>
                <a:highlight>
                  <a:schemeClr val="lt1"/>
                </a:highlight>
              </a:rPr>
              <a:t>(*)</a:t>
            </a:r>
            <a:r>
              <a:rPr lang="ru" sz="1800">
                <a:solidFill>
                  <a:schemeClr val="dk2"/>
                </a:solidFill>
              </a:rPr>
              <a:t> таким образом</a:t>
            </a:r>
            <a:endParaRPr sz="1800">
              <a:solidFill>
                <a:schemeClr val="dk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007C3714-A6A3-A67D-57B7-F88A4CDCEB0C}"/>
                  </a:ext>
                </a:extLst>
              </p14:cNvPr>
              <p14:cNvContentPartPr/>
              <p14:nvPr/>
            </p14:nvContentPartPr>
            <p14:xfrm>
              <a:off x="5958583" y="1872819"/>
              <a:ext cx="2075760" cy="1260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007C3714-A6A3-A67D-57B7-F88A4CDCEB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52463" y="1866699"/>
                <a:ext cx="20880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5F3A2787-B550-3714-E101-601668BE5B75}"/>
                  </a:ext>
                </a:extLst>
              </p14:cNvPr>
              <p14:cNvContentPartPr/>
              <p14:nvPr/>
            </p14:nvContentPartPr>
            <p14:xfrm>
              <a:off x="7306783" y="681579"/>
              <a:ext cx="639720" cy="57420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5F3A2787-B550-3714-E101-601668BE5B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0663" y="675459"/>
                <a:ext cx="65196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A9EDEDDE-EA63-3B20-2B38-E0B5337DFF43}"/>
                  </a:ext>
                </a:extLst>
              </p14:cNvPr>
              <p14:cNvContentPartPr/>
              <p14:nvPr/>
            </p14:nvContentPartPr>
            <p14:xfrm>
              <a:off x="4923583" y="3652659"/>
              <a:ext cx="2518200" cy="4212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A9EDEDDE-EA63-3B20-2B38-E0B5337DFF4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7463" y="3646539"/>
                <a:ext cx="25304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04E1261-5FB3-C958-F813-68E341A1C839}"/>
              </a:ext>
            </a:extLst>
          </p:cNvPr>
          <p:cNvGrpSpPr/>
          <p:nvPr/>
        </p:nvGrpSpPr>
        <p:grpSpPr>
          <a:xfrm>
            <a:off x="7208503" y="1718379"/>
            <a:ext cx="1189080" cy="1452960"/>
            <a:chOff x="7208503" y="1718379"/>
            <a:chExt cx="1189080" cy="14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Рукописный ввод 6">
                  <a:extLst>
                    <a:ext uri="{FF2B5EF4-FFF2-40B4-BE49-F238E27FC236}">
                      <a16:creationId xmlns:a16="http://schemas.microsoft.com/office/drawing/2014/main" id="{FBF14688-CAD6-D6E0-A7E7-C1463EA3E4BB}"/>
                    </a:ext>
                  </a:extLst>
                </p14:cNvPr>
                <p14:cNvContentPartPr/>
                <p14:nvPr/>
              </p14:nvContentPartPr>
              <p14:xfrm>
                <a:off x="7394623" y="1718379"/>
                <a:ext cx="115560" cy="409320"/>
              </p14:xfrm>
            </p:contentPart>
          </mc:Choice>
          <mc:Fallback xmlns="">
            <p:pic>
              <p:nvPicPr>
                <p:cNvPr id="7" name="Рукописный ввод 6">
                  <a:extLst>
                    <a:ext uri="{FF2B5EF4-FFF2-40B4-BE49-F238E27FC236}">
                      <a16:creationId xmlns:a16="http://schemas.microsoft.com/office/drawing/2014/main" id="{FBF14688-CAD6-D6E0-A7E7-C1463EA3E4B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88503" y="1712259"/>
                  <a:ext cx="1278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Рукописный ввод 7">
                  <a:extLst>
                    <a:ext uri="{FF2B5EF4-FFF2-40B4-BE49-F238E27FC236}">
                      <a16:creationId xmlns:a16="http://schemas.microsoft.com/office/drawing/2014/main" id="{A449A521-E9B4-81FD-2208-B1EDD1C86024}"/>
                    </a:ext>
                  </a:extLst>
                </p14:cNvPr>
                <p14:cNvContentPartPr/>
                <p14:nvPr/>
              </p14:nvContentPartPr>
              <p14:xfrm>
                <a:off x="7823383" y="2172699"/>
                <a:ext cx="16560" cy="998640"/>
              </p14:xfrm>
            </p:contentPart>
          </mc:Choice>
          <mc:Fallback xmlns="">
            <p:pic>
              <p:nvPicPr>
                <p:cNvPr id="8" name="Рукописный ввод 7">
                  <a:extLst>
                    <a:ext uri="{FF2B5EF4-FFF2-40B4-BE49-F238E27FC236}">
                      <a16:creationId xmlns:a16="http://schemas.microsoft.com/office/drawing/2014/main" id="{A449A521-E9B4-81FD-2208-B1EDD1C8602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17263" y="2166579"/>
                  <a:ext cx="2880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FB582DB0-F524-5871-0B18-D0F3B26E10F8}"/>
                    </a:ext>
                  </a:extLst>
                </p14:cNvPr>
                <p14:cNvContentPartPr/>
                <p14:nvPr/>
              </p14:nvContentPartPr>
              <p14:xfrm>
                <a:off x="7208503" y="2779659"/>
                <a:ext cx="1189080" cy="2160"/>
              </p14:xfrm>
            </p:contentPart>
          </mc:Choice>
          <mc:Fallback xmlns=""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FB582DB0-F524-5871-0B18-D0F3B26E10F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02383" y="2773539"/>
                  <a:ext cx="12013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6287F318-51E6-1A97-1B1A-EE510094741B}"/>
                    </a:ext>
                  </a:extLst>
                </p14:cNvPr>
                <p14:cNvContentPartPr/>
                <p14:nvPr/>
              </p14:nvContentPartPr>
              <p14:xfrm>
                <a:off x="7766863" y="2758779"/>
                <a:ext cx="128520" cy="159840"/>
              </p14:xfrm>
            </p:contentPart>
          </mc:Choice>
          <mc:Fallback xmlns=""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6287F318-51E6-1A97-1B1A-EE510094741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60743" y="2752659"/>
                  <a:ext cx="140760" cy="172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>
            <a:spLocks noGrp="1"/>
          </p:cNvSpPr>
          <p:nvPr>
            <p:ph type="title"/>
          </p:nvPr>
        </p:nvSpPr>
        <p:spPr>
          <a:xfrm>
            <a:off x="311700" y="158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OFFTOP： немного про weight decay</a:t>
            </a:r>
            <a:endParaRPr/>
          </a:p>
        </p:txBody>
      </p:sp>
      <p:pic>
        <p:nvPicPr>
          <p:cNvPr id="302" name="Google Shape;302;p48" title="Снимок экрана 2026-04-14 в 00.45.45.png"/>
          <p:cNvPicPr preferRelativeResize="0"/>
          <p:nvPr/>
        </p:nvPicPr>
        <p:blipFill rotWithShape="1">
          <a:blip r:embed="rId3">
            <a:alphaModFix/>
          </a:blip>
          <a:srcRect l="27535" t="27708" r="32847" b="39144"/>
          <a:stretch/>
        </p:blipFill>
        <p:spPr>
          <a:xfrm>
            <a:off x="5713300" y="1845500"/>
            <a:ext cx="3430702" cy="6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8"/>
          <p:cNvSpPr txBox="1"/>
          <p:nvPr/>
        </p:nvSpPr>
        <p:spPr>
          <a:xfrm>
            <a:off x="311700" y="1728550"/>
            <a:ext cx="5487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Вспомним, что мы решаем такую задачу, где f(x) = средний лосс по всему датасету + штраф за большие веса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  <p:pic>
        <p:nvPicPr>
          <p:cNvPr id="304" name="Google Shape;304;p48" title="Снимок экрана 2026-04-14 в 19.27.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75" y="2738925"/>
            <a:ext cx="6270650" cy="16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8"/>
          <p:cNvSpPr txBox="1"/>
          <p:nvPr/>
        </p:nvSpPr>
        <p:spPr>
          <a:xfrm>
            <a:off x="311700" y="731150"/>
            <a:ext cx="88323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 u="sng">
                <a:solidFill>
                  <a:schemeClr val="dk2"/>
                </a:solidFill>
              </a:rPr>
              <a:t>Регуляризация (weight decay)</a:t>
            </a:r>
            <a:r>
              <a:rPr lang="ru" sz="1500">
                <a:solidFill>
                  <a:schemeClr val="dk2"/>
                </a:solidFill>
              </a:rPr>
              <a:t> — это любой приём, который заставляет модель не слишком сильно подгоняться под обучающие данные, чтобы она лучше обобщалась на новые данные, то есть чтобы не переобучалась!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06" name="Google Shape;306;p48" title="Снимок экрана 2026-04-14 в 19.31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7650" y="3070125"/>
            <a:ext cx="3325727" cy="68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48"/>
          <p:cNvCxnSpPr>
            <a:endCxn id="306" idx="1"/>
          </p:cNvCxnSpPr>
          <p:nvPr/>
        </p:nvCxnSpPr>
        <p:spPr>
          <a:xfrm rot="10800000" flipH="1">
            <a:off x="4737150" y="3412763"/>
            <a:ext cx="880500" cy="54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8" name="Google Shape;308;p48"/>
          <p:cNvSpPr/>
          <p:nvPr/>
        </p:nvSpPr>
        <p:spPr>
          <a:xfrm>
            <a:off x="5664425" y="3034525"/>
            <a:ext cx="3371675" cy="817625"/>
          </a:xfrm>
          <a:prstGeom prst="flowChartProcess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48"/>
          <p:cNvSpPr txBox="1"/>
          <p:nvPr/>
        </p:nvSpPr>
        <p:spPr>
          <a:xfrm>
            <a:off x="387750" y="4518050"/>
            <a:ext cx="485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Зачем оно нам надо?</a:t>
            </a:r>
            <a:endParaRPr sz="1800">
              <a:solidFill>
                <a:schemeClr val="dk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A6FF6AA3-9F62-29D0-2D90-7563F6451EAE}"/>
                  </a:ext>
                </a:extLst>
              </p14:cNvPr>
              <p14:cNvContentPartPr/>
              <p14:nvPr/>
            </p14:nvContentPartPr>
            <p14:xfrm>
              <a:off x="8433583" y="1746099"/>
              <a:ext cx="653760" cy="81072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A6FF6AA3-9F62-29D0-2D90-7563F6451E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27463" y="1739979"/>
                <a:ext cx="666000" cy="82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A3A838EF-4025-CBDC-8948-8BBE0725787C}"/>
                  </a:ext>
                </a:extLst>
              </p14:cNvPr>
              <p14:cNvContentPartPr/>
              <p14:nvPr/>
            </p14:nvContentPartPr>
            <p14:xfrm>
              <a:off x="8506663" y="3099339"/>
              <a:ext cx="445320" cy="53460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A3A838EF-4025-CBDC-8948-8BBE072578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00543" y="3093219"/>
                <a:ext cx="457560" cy="5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305C75F-E396-5812-5F82-EF1188432420}"/>
                  </a:ext>
                </a:extLst>
              </p14:cNvPr>
              <p14:cNvContentPartPr/>
              <p14:nvPr/>
            </p14:nvContentPartPr>
            <p14:xfrm>
              <a:off x="8773423" y="2314899"/>
              <a:ext cx="88200" cy="43380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A305C75F-E396-5812-5F82-EF11884324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67303" y="2308779"/>
                <a:ext cx="10044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FDFA80D9-3EFE-B80D-1270-EE13F7B88FB3}"/>
                  </a:ext>
                </a:extLst>
              </p14:cNvPr>
              <p14:cNvContentPartPr/>
              <p14:nvPr/>
            </p14:nvContentPartPr>
            <p14:xfrm>
              <a:off x="8698903" y="3019779"/>
              <a:ext cx="192960" cy="29412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FDFA80D9-3EFE-B80D-1270-EE13F7B88FB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92783" y="3013659"/>
                <a:ext cx="205200" cy="306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>
            <a:spLocks noGrp="1"/>
          </p:cNvSpPr>
          <p:nvPr>
            <p:ph type="title"/>
          </p:nvPr>
        </p:nvSpPr>
        <p:spPr>
          <a:xfrm>
            <a:off x="311700" y="10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OFFTOP： немного про weight decay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9"/>
          <p:cNvSpPr txBox="1">
            <a:spLocks noGrp="1"/>
          </p:cNvSpPr>
          <p:nvPr>
            <p:ph type="body" idx="1"/>
          </p:nvPr>
        </p:nvSpPr>
        <p:spPr>
          <a:xfrm>
            <a:off x="311700" y="724900"/>
            <a:ext cx="8520600" cy="38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DNN как наша при обучении с large batches и адаптивными оптимизаторами типа нашего Adam может быть так:</a:t>
            </a:r>
            <a:endParaRPr/>
          </a:p>
          <a:p>
            <a:pPr marL="457200" lvl="0" indent="-30003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нормы весов растут от итерации к итерации SGD</a:t>
            </a:r>
            <a:endParaRPr/>
          </a:p>
          <a:p>
            <a:pPr marL="457200" lvl="0" indent="-30003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Может быть очень сильно растут</a:t>
            </a:r>
            <a:endParaRPr/>
          </a:p>
          <a:p>
            <a:pPr marL="457200" lvl="0" indent="-30003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может начать расходимость (что веса на соседних итерациях очень сильно отличаются) или переобучение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/>
              <a:t>В маленьких батчах</a:t>
            </a:r>
            <a:r>
              <a:rPr lang="ru"/>
              <a:t>: у нас могут в маленький батч попасть выбросы из обуч датасета, из-за чего градиент шумноват, колеблется, то очень маленький, то очень большой, вот большой градиент, при вычитании, будет в качестве обновления давать нам x_t поменьше, из-за чего тормозится рост весов модели.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/>
              <a:t>В больших батчах</a:t>
            </a:r>
            <a:r>
              <a:rPr lang="ru"/>
              <a:t>: такого натурального тормоза в виде шумного градиента - нет, в качестве этого тормоза сойдет weight decay.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Можно мыслить это себе так, что этот доп слагаемое        - это еще одно штука которую мы минимизируем (ну мы же помним, что мы это из параболы взяли               , а минимум где? в нуле)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То есть мы получили себе вектор             который тянет нас вниз, который не дает так сильно весам разрастаться - это хорошо - риск расходимости или перобучения снижается</a:t>
            </a:r>
            <a:endParaRPr/>
          </a:p>
        </p:txBody>
      </p:sp>
      <p:pic>
        <p:nvPicPr>
          <p:cNvPr id="316" name="Google Shape;316;p49" title="Снимок экрана 2026-04-14 в 19.43.03.png"/>
          <p:cNvPicPr preferRelativeResize="0"/>
          <p:nvPr/>
        </p:nvPicPr>
        <p:blipFill rotWithShape="1">
          <a:blip r:embed="rId3">
            <a:alphaModFix/>
          </a:blip>
          <a:srcRect t="6050"/>
          <a:stretch/>
        </p:blipFill>
        <p:spPr>
          <a:xfrm>
            <a:off x="2672225" y="4047875"/>
            <a:ext cx="438150" cy="2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 title="Снимок экрана 2026-04-14 в 19.43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2811" y="3617517"/>
            <a:ext cx="219625" cy="21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 title="Снимок экрана 2026-04-14 в 19.44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3150" y="3337240"/>
            <a:ext cx="438150" cy="23592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27938BED-328D-F73C-9A23-EB948EC33083}"/>
                  </a:ext>
                </a:extLst>
              </p14:cNvPr>
              <p14:cNvContentPartPr/>
              <p14:nvPr/>
            </p14:nvContentPartPr>
            <p14:xfrm>
              <a:off x="3675823" y="4037859"/>
              <a:ext cx="896040" cy="36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27938BED-328D-F73C-9A23-EB948EC330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69703" y="4031739"/>
                <a:ext cx="90828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>
            <a:spLocks noGrp="1"/>
          </p:cNvSpPr>
          <p:nvPr>
            <p:ph type="title"/>
          </p:nvPr>
        </p:nvSpPr>
        <p:spPr>
          <a:xfrm>
            <a:off x="258300" y="222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Замечание: AdamW - оптимизатор</a:t>
            </a:r>
            <a:endParaRPr/>
          </a:p>
        </p:txBody>
      </p:sp>
      <p:sp>
        <p:nvSpPr>
          <p:cNvPr id="324" name="Google Shape;324;p50"/>
          <p:cNvSpPr txBox="1">
            <a:spLocks noGrp="1"/>
          </p:cNvSpPr>
          <p:nvPr>
            <p:ph type="body" idx="1"/>
          </p:nvPr>
        </p:nvSpPr>
        <p:spPr>
          <a:xfrm>
            <a:off x="445250" y="1003613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нашем LAMB weight decay непосредственно при update весов модели происходит, поэтому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каждый слой получает свой подходящий (как мы ранее обсудили) адаптивный размер шага,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модель умеет обощать, а не просто переобучилось под обуч выборку, даже при огромных батчах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25" name="Google Shape;325;p50" descr="✅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0" y="1892875"/>
            <a:ext cx="316975" cy="3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0" descr="✅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0" y="2629250"/>
            <a:ext cx="316975" cy="31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0"/>
          <p:cNvSpPr txBox="1"/>
          <p:nvPr/>
        </p:nvSpPr>
        <p:spPr>
          <a:xfrm>
            <a:off x="168600" y="3531825"/>
            <a:ext cx="82017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00FF"/>
                </a:solidFill>
              </a:rPr>
              <a:t>НО</a:t>
            </a:r>
            <a:r>
              <a:rPr lang="ru" sz="1800">
                <a:solidFill>
                  <a:schemeClr val="dk2"/>
                </a:solidFill>
              </a:rPr>
              <a:t>: есть оптимизатор AdamW, у него регуляризация вынесена из формулы, то есть там делается так: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ru" sz="1800">
                <a:solidFill>
                  <a:schemeClr val="dk2"/>
                </a:solidFill>
              </a:rPr>
              <a:t>Сначала делается Adam-шаг по градиенту 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ru" sz="1800">
                <a:solidFill>
                  <a:schemeClr val="dk2"/>
                </a:solidFill>
              </a:rPr>
              <a:t>Потом отдельно применяется weight decay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8" name="Google Shape;328;p50" title="Снимок экрана 2026-04-14 в 19.51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5350" y="4311475"/>
            <a:ext cx="2113167" cy="3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0" title="Снимок экрана 2026-04-14 в 19.52.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5349" y="4628450"/>
            <a:ext cx="2375293" cy="3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оптимизаторы из статьи</a:t>
            </a:r>
            <a:endParaRPr/>
          </a:p>
        </p:txBody>
      </p:sp>
      <p:sp>
        <p:nvSpPr>
          <p:cNvPr id="335" name="Google Shape;335;p51"/>
          <p:cNvSpPr txBox="1"/>
          <p:nvPr/>
        </p:nvSpPr>
        <p:spPr>
          <a:xfrm>
            <a:off x="311700" y="1017725"/>
            <a:ext cx="869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SGD              </a:t>
            </a:r>
            <a:endParaRPr/>
          </a:p>
        </p:txBody>
      </p:sp>
      <p:pic>
        <p:nvPicPr>
          <p:cNvPr id="336" name="Google Shape;336;p51" title="-sw7-ngFjNUVJA9shvSKq0ik_dMnutC6mhOWgxK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10675"/>
            <a:ext cx="8839201" cy="189506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1"/>
          <p:cNvSpPr txBox="1"/>
          <p:nvPr/>
        </p:nvSpPr>
        <p:spPr>
          <a:xfrm>
            <a:off x="716350" y="3754900"/>
            <a:ext cx="6455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Плохо в контексте DNN, опять же какой-то слой быстро / медленно обучается и один lr им не подойдет, иначе vanishing gradients / plateu / exploding gradients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оптимизаторы из статьи</a:t>
            </a:r>
            <a:endParaRPr/>
          </a:p>
        </p:txBody>
      </p:sp>
      <p:sp>
        <p:nvSpPr>
          <p:cNvPr id="343" name="Google Shape;343;p52"/>
          <p:cNvSpPr txBox="1"/>
          <p:nvPr/>
        </p:nvSpPr>
        <p:spPr>
          <a:xfrm>
            <a:off x="311700" y="1017725"/>
            <a:ext cx="869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SGD with Momentum</a:t>
            </a:r>
            <a:r>
              <a:rPr lang="ru"/>
              <a:t>              </a:t>
            </a:r>
            <a:endParaRPr/>
          </a:p>
        </p:txBody>
      </p:sp>
      <p:pic>
        <p:nvPicPr>
          <p:cNvPr id="344" name="Google Shape;344;p52" title="Снимок экрана 2026-04-14 в 22.20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77150"/>
            <a:ext cx="8839204" cy="247739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F1545719-9C01-964C-ED39-AE56B3D3F920}"/>
                  </a:ext>
                </a:extLst>
              </p14:cNvPr>
              <p14:cNvContentPartPr/>
              <p14:nvPr/>
            </p14:nvContentPartPr>
            <p14:xfrm>
              <a:off x="2995783" y="2047059"/>
              <a:ext cx="2281320" cy="720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F1545719-9C01-964C-ED39-AE56B3D3F9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9663" y="2040939"/>
                <a:ext cx="2293560" cy="1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>
            <a:spLocks noGrp="1"/>
          </p:cNvSpPr>
          <p:nvPr>
            <p:ph type="title"/>
          </p:nvPr>
        </p:nvSpPr>
        <p:spPr>
          <a:xfrm>
            <a:off x="311700" y="313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оптимизаторы из статьи</a:t>
            </a:r>
            <a:endParaRPr/>
          </a:p>
        </p:txBody>
      </p:sp>
      <p:sp>
        <p:nvSpPr>
          <p:cNvPr id="350" name="Google Shape;350;p53"/>
          <p:cNvSpPr txBox="1"/>
          <p:nvPr/>
        </p:nvSpPr>
        <p:spPr>
          <a:xfrm>
            <a:off x="311700" y="935175"/>
            <a:ext cx="8697000" cy="14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AdaGrad (Adaptive Gradient) — один из первых адаптивных оптимизаторов (2011 год).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Его главная </a:t>
            </a:r>
            <a:r>
              <a:rPr lang="ru" u="sng">
                <a:solidFill>
                  <a:schemeClr val="dk1"/>
                </a:solidFill>
              </a:rPr>
              <a:t>идея</a:t>
            </a:r>
            <a:r>
              <a:rPr lang="ru">
                <a:solidFill>
                  <a:schemeClr val="dk1"/>
                </a:solidFill>
              </a:rPr>
              <a:t>: каждый параметр (каждая весовая компонента) должен иметь свой собственный learning rate, который автоматически уменьшается, если в этой координате градиент был большой.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Считатся вместо мометнов префиксные сумы квадратов градиентов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1" name="Google Shape;351;p53" title="Снимок экрана 2026-04-14 в 22.22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675" y="1920500"/>
            <a:ext cx="2865325" cy="5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3" title="Снимок экрана 2026-04-14 в 22.23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850" y="2403350"/>
            <a:ext cx="2340126" cy="2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3"/>
          <p:cNvSpPr txBox="1"/>
          <p:nvPr/>
        </p:nvSpPr>
        <p:spPr>
          <a:xfrm>
            <a:off x="383850" y="2805888"/>
            <a:ext cx="42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Пересчет весов такой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4" name="Google Shape;354;p53" title="Снимок экрана 2026-04-14 в 22.23.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975" y="3231899"/>
            <a:ext cx="4228501" cy="10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3"/>
          <p:cNvSpPr txBox="1"/>
          <p:nvPr/>
        </p:nvSpPr>
        <p:spPr>
          <a:xfrm>
            <a:off x="5322013" y="29945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Мы в ЛАМБ уже делили на такой корень, эффекты тут те же самые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6" name="Google Shape;356;p53"/>
          <p:cNvSpPr txBox="1"/>
          <p:nvPr/>
        </p:nvSpPr>
        <p:spPr>
          <a:xfrm>
            <a:off x="311700" y="4200400"/>
            <a:ext cx="8832300" cy="1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A0A0A"/>
                </a:solidFill>
              </a:rPr>
              <a:t>AdaGrad автоматически даёт большим градиентам маленький шаг, а маленьким градиентам — большой шаг. НО есть проблема vanishing gradients, из-за того, что v_t,j может стать огромным, тогда дробь -&gt; 0, веса не обновляются, обучение умирает</a:t>
            </a:r>
            <a:endParaRPr>
              <a:solidFill>
                <a:srgbClr val="0A0A0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A0A0A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05FC0F3-8C33-E64C-C976-38CC11B315B1}"/>
              </a:ext>
            </a:extLst>
          </p:cNvPr>
          <p:cNvGrpSpPr/>
          <p:nvPr/>
        </p:nvGrpSpPr>
        <p:grpSpPr>
          <a:xfrm>
            <a:off x="8462023" y="2395179"/>
            <a:ext cx="131040" cy="229320"/>
            <a:chOff x="8462023" y="2395179"/>
            <a:chExt cx="13104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Рукописный ввод 2">
                  <a:extLst>
                    <a:ext uri="{FF2B5EF4-FFF2-40B4-BE49-F238E27FC236}">
                      <a16:creationId xmlns:a16="http://schemas.microsoft.com/office/drawing/2014/main" id="{C52863DE-4709-176D-B13D-D92937FCD363}"/>
                    </a:ext>
                  </a:extLst>
                </p14:cNvPr>
                <p14:cNvContentPartPr/>
                <p14:nvPr/>
              </p14:nvContentPartPr>
              <p14:xfrm>
                <a:off x="8462023" y="2418579"/>
                <a:ext cx="78120" cy="205920"/>
              </p14:xfrm>
            </p:contentPart>
          </mc:Choice>
          <mc:Fallback xmlns="">
            <p:pic>
              <p:nvPicPr>
                <p:cNvPr id="3" name="Рукописный ввод 2">
                  <a:extLst>
                    <a:ext uri="{FF2B5EF4-FFF2-40B4-BE49-F238E27FC236}">
                      <a16:creationId xmlns:a16="http://schemas.microsoft.com/office/drawing/2014/main" id="{C52863DE-4709-176D-B13D-D92937FCD3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55903" y="2412459"/>
                  <a:ext cx="90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Рукописный ввод 3">
                  <a:extLst>
                    <a:ext uri="{FF2B5EF4-FFF2-40B4-BE49-F238E27FC236}">
                      <a16:creationId xmlns:a16="http://schemas.microsoft.com/office/drawing/2014/main" id="{3E6F5E96-751C-0EEB-723D-58A6548ADAA5}"/>
                    </a:ext>
                  </a:extLst>
                </p14:cNvPr>
                <p14:cNvContentPartPr/>
                <p14:nvPr/>
              </p14:nvContentPartPr>
              <p14:xfrm>
                <a:off x="8592703" y="2395179"/>
                <a:ext cx="360" cy="195480"/>
              </p14:xfrm>
            </p:contentPart>
          </mc:Choice>
          <mc:Fallback xmlns="">
            <p:pic>
              <p:nvPicPr>
                <p:cNvPr id="4" name="Рукописный ввод 3">
                  <a:extLst>
                    <a:ext uri="{FF2B5EF4-FFF2-40B4-BE49-F238E27FC236}">
                      <a16:creationId xmlns:a16="http://schemas.microsoft.com/office/drawing/2014/main" id="{3E6F5E96-751C-0EEB-723D-58A6548ADA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86583" y="2389059"/>
                  <a:ext cx="1260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6EF70BC-A3A4-F0F7-28C2-07D1C46472DB}"/>
                  </a:ext>
                </a:extLst>
              </p14:cNvPr>
              <p14:cNvContentPartPr/>
              <p14:nvPr/>
            </p14:nvContentPartPr>
            <p14:xfrm>
              <a:off x="8507023" y="2731419"/>
              <a:ext cx="166680" cy="12528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A6EF70BC-A3A4-F0F7-28C2-07D1C46472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00903" y="2725299"/>
                <a:ext cx="178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2487ADBC-4A2A-73D4-5490-DBCC0F860466}"/>
                  </a:ext>
                </a:extLst>
              </p14:cNvPr>
              <p14:cNvContentPartPr/>
              <p14:nvPr/>
            </p14:nvContentPartPr>
            <p14:xfrm>
              <a:off x="3004063" y="3398859"/>
              <a:ext cx="1797120" cy="1136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2487ADBC-4A2A-73D4-5490-DBCC0F86046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97943" y="3392739"/>
                <a:ext cx="1809360" cy="11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33D60C17-1E44-C9FC-759E-8A8819010896}"/>
                  </a:ext>
                </a:extLst>
              </p14:cNvPr>
              <p14:cNvContentPartPr/>
              <p14:nvPr/>
            </p14:nvContentPartPr>
            <p14:xfrm>
              <a:off x="935143" y="3820779"/>
              <a:ext cx="111600" cy="37836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33D60C17-1E44-C9FC-759E-8A88190108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9023" y="3814659"/>
                <a:ext cx="12384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0E1466F9-25FA-4544-FEBE-F8A1C0BA4680}"/>
                  </a:ext>
                </a:extLst>
              </p14:cNvPr>
              <p14:cNvContentPartPr/>
              <p14:nvPr/>
            </p14:nvContentPartPr>
            <p14:xfrm>
              <a:off x="2266063" y="3890259"/>
              <a:ext cx="88200" cy="477360"/>
            </p14:xfrm>
          </p:contentPart>
        </mc:Choice>
        <mc:Fallback xmlns=""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0E1466F9-25FA-4544-FEBE-F8A1C0BA46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9943" y="3884139"/>
                <a:ext cx="100440" cy="48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 optimizer - Алгоритм обучения DNN</a:t>
            </a:r>
            <a:endParaRPr/>
          </a:p>
        </p:txBody>
      </p:sp>
      <p:pic>
        <p:nvPicPr>
          <p:cNvPr id="362" name="Google Shape;362;p54" title="Снимок экрана 2026-04-14 в 23.21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775" y="1170100"/>
            <a:ext cx="5261387" cy="38209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A60DD23F-62CF-AF97-120F-0BBEE192836C}"/>
                  </a:ext>
                </a:extLst>
              </p14:cNvPr>
              <p14:cNvContentPartPr/>
              <p14:nvPr/>
            </p14:nvContentPartPr>
            <p14:xfrm>
              <a:off x="6327583" y="2176299"/>
              <a:ext cx="1055160" cy="252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A60DD23F-62CF-AF97-120F-0BBEE19283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1463" y="2170179"/>
                <a:ext cx="10674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4AE7B1DE-226A-58A4-A891-78F30919515C}"/>
                  </a:ext>
                </a:extLst>
              </p14:cNvPr>
              <p14:cNvContentPartPr/>
              <p14:nvPr/>
            </p14:nvContentPartPr>
            <p14:xfrm>
              <a:off x="2390744" y="2931695"/>
              <a:ext cx="534240" cy="36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4AE7B1DE-226A-58A4-A891-78F3091951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4624" y="2925575"/>
                <a:ext cx="5464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CD177CA9-8B9F-DD07-8F65-979D0F3BAA1A}"/>
                  </a:ext>
                </a:extLst>
              </p14:cNvPr>
              <p14:cNvContentPartPr/>
              <p14:nvPr/>
            </p14:nvContentPartPr>
            <p14:xfrm>
              <a:off x="3104624" y="2929175"/>
              <a:ext cx="1323360" cy="57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CD177CA9-8B9F-DD07-8F65-979D0F3BAA1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8504" y="2923055"/>
                <a:ext cx="13356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F39BDEF2-5FF2-7062-8289-3BF051EA3A86}"/>
              </a:ext>
            </a:extLst>
          </p:cNvPr>
          <p:cNvGrpSpPr/>
          <p:nvPr/>
        </p:nvGrpSpPr>
        <p:grpSpPr>
          <a:xfrm>
            <a:off x="2329904" y="3102335"/>
            <a:ext cx="250920" cy="6480"/>
            <a:chOff x="2329904" y="3102335"/>
            <a:chExt cx="250920" cy="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8E36833A-619E-1B00-31DB-B3E3B480B5EE}"/>
                    </a:ext>
                  </a:extLst>
                </p14:cNvPr>
                <p14:cNvContentPartPr/>
                <p14:nvPr/>
              </p14:nvContentPartPr>
              <p14:xfrm>
                <a:off x="2329904" y="3102335"/>
                <a:ext cx="360" cy="360"/>
              </p14:xfrm>
            </p:contentPart>
          </mc:Choice>
          <mc:Fallback xmlns=""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8E36833A-619E-1B00-31DB-B3E3B480B5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23784" y="30962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Рукописный ввод 5">
                  <a:extLst>
                    <a:ext uri="{FF2B5EF4-FFF2-40B4-BE49-F238E27FC236}">
                      <a16:creationId xmlns:a16="http://schemas.microsoft.com/office/drawing/2014/main" id="{9599F1A3-F5FE-EA2B-AF80-050FE900E709}"/>
                    </a:ext>
                  </a:extLst>
                </p14:cNvPr>
                <p14:cNvContentPartPr/>
                <p14:nvPr/>
              </p14:nvContentPartPr>
              <p14:xfrm>
                <a:off x="2580464" y="3108455"/>
                <a:ext cx="360" cy="360"/>
              </p14:xfrm>
            </p:contentPart>
          </mc:Choice>
          <mc:Fallback xmlns="">
            <p:pic>
              <p:nvPicPr>
                <p:cNvPr id="6" name="Рукописный ввод 5">
                  <a:extLst>
                    <a:ext uri="{FF2B5EF4-FFF2-40B4-BE49-F238E27FC236}">
                      <a16:creationId xmlns:a16="http://schemas.microsoft.com/office/drawing/2014/main" id="{9599F1A3-F5FE-EA2B-AF80-050FE900E7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74344" y="310233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141C3BE-7972-55D7-6678-0E0D2F4A6234}"/>
              </a:ext>
            </a:extLst>
          </p:cNvPr>
          <p:cNvGrpSpPr/>
          <p:nvPr/>
        </p:nvGrpSpPr>
        <p:grpSpPr>
          <a:xfrm>
            <a:off x="4178864" y="3117455"/>
            <a:ext cx="221400" cy="18720"/>
            <a:chOff x="4178864" y="3117455"/>
            <a:chExt cx="221400" cy="1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E40CD4DF-92B1-C940-6E61-DAE7638052AF}"/>
                    </a:ext>
                  </a:extLst>
                </p14:cNvPr>
                <p14:cNvContentPartPr/>
                <p14:nvPr/>
              </p14:nvContentPartPr>
              <p14:xfrm>
                <a:off x="4178864" y="3117455"/>
                <a:ext cx="360" cy="360"/>
              </p14:xfrm>
            </p:contentPart>
          </mc:Choice>
          <mc:Fallback xmlns=""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E40CD4DF-92B1-C940-6E61-DAE7638052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72744" y="311133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D811AE3F-0B6E-F3F5-D3A1-3B5F8A847CB8}"/>
                    </a:ext>
                  </a:extLst>
                </p14:cNvPr>
                <p14:cNvContentPartPr/>
                <p14:nvPr/>
              </p14:nvContentPartPr>
              <p14:xfrm>
                <a:off x="4399904" y="3135815"/>
                <a:ext cx="360" cy="360"/>
              </p14:xfrm>
            </p:contentPart>
          </mc:Choice>
          <mc:Fallback xmlns=""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D811AE3F-0B6E-F3F5-D3A1-3B5F8A847C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93784" y="312969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0EF366F-D3D3-3779-B9F1-A50353426691}"/>
              </a:ext>
            </a:extLst>
          </p:cNvPr>
          <p:cNvGrpSpPr/>
          <p:nvPr/>
        </p:nvGrpSpPr>
        <p:grpSpPr>
          <a:xfrm>
            <a:off x="2067104" y="3608855"/>
            <a:ext cx="1838160" cy="269905"/>
            <a:chOff x="2067104" y="3608855"/>
            <a:chExt cx="1838160" cy="2699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10BE832F-7BD2-0B52-8282-E9398A07E011}"/>
                    </a:ext>
                  </a:extLst>
                </p14:cNvPr>
                <p14:cNvContentPartPr/>
                <p14:nvPr/>
              </p14:nvContentPartPr>
              <p14:xfrm>
                <a:off x="2067104" y="3608855"/>
                <a:ext cx="1762200" cy="9360"/>
              </p14:xfrm>
            </p:contentPart>
          </mc:Choice>
          <mc:Fallback xmlns=""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10BE832F-7BD2-0B52-8282-E9398A07E0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60984" y="3602735"/>
                  <a:ext cx="1774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B3B4C09D-A799-1267-0EF9-866A63A22012}"/>
                    </a:ext>
                  </a:extLst>
                </p14:cNvPr>
                <p14:cNvContentPartPr/>
                <p14:nvPr/>
              </p14:nvContentPartPr>
              <p14:xfrm>
                <a:off x="2424944" y="3837095"/>
                <a:ext cx="1480320" cy="15840"/>
              </p14:xfrm>
            </p:contentPart>
          </mc:Choice>
          <mc:Fallback xmlns=""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B3B4C09D-A799-1267-0EF9-866A63A2201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18824" y="3830975"/>
                  <a:ext cx="1492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045BCAE8-2884-3B04-92E5-7DFB6BF77DF1}"/>
                    </a:ext>
                  </a:extLst>
                </p14:cNvPr>
                <p14:cNvContentPartPr/>
                <p14:nvPr/>
              </p14:nvContentPartPr>
              <p14:xfrm>
                <a:off x="3082878" y="3622440"/>
                <a:ext cx="349920" cy="256320"/>
              </p14:xfrm>
            </p:contentPart>
          </mc:Choice>
          <mc:Fallback xmlns=""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045BCAE8-2884-3B04-92E5-7DFB6BF77D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76758" y="3616320"/>
                  <a:ext cx="36216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F69D37AF-C83B-5EC6-AFDE-BC226427C1AA}"/>
                  </a:ext>
                </a:extLst>
              </p14:cNvPr>
              <p14:cNvContentPartPr/>
              <p14:nvPr/>
            </p14:nvContentPartPr>
            <p14:xfrm>
              <a:off x="6275358" y="3848520"/>
              <a:ext cx="568800" cy="72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F69D37AF-C83B-5EC6-AFDE-BC226427C1A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269238" y="3842400"/>
                <a:ext cx="58104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219DF9C1-2DDA-035C-2620-F85034F4DEB3}"/>
                  </a:ext>
                </a:extLst>
              </p14:cNvPr>
              <p14:cNvContentPartPr/>
              <p14:nvPr/>
            </p14:nvContentPartPr>
            <p14:xfrm>
              <a:off x="5402358" y="3865800"/>
              <a:ext cx="271800" cy="977760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219DF9C1-2DDA-035C-2620-F85034F4DEB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396238" y="3859680"/>
                <a:ext cx="284040" cy="99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5"/>
          <p:cNvSpPr txBox="1">
            <a:spLocks noGrp="1"/>
          </p:cNvSpPr>
          <p:nvPr>
            <p:ph type="title"/>
          </p:nvPr>
        </p:nvSpPr>
        <p:spPr>
          <a:xfrm>
            <a:off x="311700" y="27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 (тестирование) Эмпирические результаты LAMB</a:t>
            </a:r>
            <a:endParaRPr/>
          </a:p>
        </p:txBody>
      </p:sp>
      <p:pic>
        <p:nvPicPr>
          <p:cNvPr id="368" name="Google Shape;368;p55" title="Снимок экрана 2026-04-14 в 17.12.44.png"/>
          <p:cNvPicPr preferRelativeResize="0"/>
          <p:nvPr/>
        </p:nvPicPr>
        <p:blipFill rotWithShape="1">
          <a:blip r:embed="rId3">
            <a:alphaModFix/>
          </a:blip>
          <a:srcRect l="5159"/>
          <a:stretch/>
        </p:blipFill>
        <p:spPr>
          <a:xfrm>
            <a:off x="311700" y="1612900"/>
            <a:ext cx="3428501" cy="20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5" title="Снимок экрана 2026-04-14 в 17.13.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100" y="2100226"/>
            <a:ext cx="4004401" cy="264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 txBox="1">
            <a:spLocks noGrp="1"/>
          </p:cNvSpPr>
          <p:nvPr>
            <p:ph type="title"/>
          </p:nvPr>
        </p:nvSpPr>
        <p:spPr>
          <a:xfrm>
            <a:off x="109400" y="65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Set up для экспериментов</a:t>
            </a:r>
            <a:endParaRPr/>
          </a:p>
        </p:txBody>
      </p:sp>
      <p:sp>
        <p:nvSpPr>
          <p:cNvPr id="375" name="Google Shape;375;p56"/>
          <p:cNvSpPr txBox="1">
            <a:spLocks noGrp="1"/>
          </p:cNvSpPr>
          <p:nvPr>
            <p:ph type="body" idx="1"/>
          </p:nvPr>
        </p:nvSpPr>
        <p:spPr>
          <a:xfrm>
            <a:off x="176825" y="781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Работаем так: нашу классную LAMB не тюним, все гиперпараметры фиксированы (ну вот стандартные значения какие люди ставят, такие и мы будем использовать)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Будем сравнивать LAMB с </a:t>
            </a:r>
            <a:r>
              <a:rPr lang="ru" b="1"/>
              <a:t>baseline</a:t>
            </a:r>
            <a:r>
              <a:rPr lang="ru"/>
              <a:t> - стандартная, уже опубликованная реализация, с которой все сравнивают свою новую работу (иногда это может быть dummy model), но у нас это именно опубликованные решения, причем! у них будут стоять best-of-the-best-possible гиперпараметры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Покажем </a:t>
            </a:r>
            <a:r>
              <a:rPr lang="ru" b="1"/>
              <a:t>robustness</a:t>
            </a:r>
            <a:r>
              <a:rPr lang="ru"/>
              <a:t> LAMB - устойчивость / независимость от гиперпараметров.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FF"/>
                </a:solidFill>
                <a:highlight>
                  <a:srgbClr val="FFFFFF"/>
                </a:highlight>
              </a:rPr>
              <a:t>!</a:t>
            </a:r>
            <a:r>
              <a:rPr lang="ru"/>
              <a:t>Наша LAMB с фиксированными гиперпараметрами и минимальнейшим ручным тюнингом будет лучше масштабироваться до batch size = 64K, чем опубликованные решения с оптимально подобранными гиперпараметрами.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А представим, если мы еще и дотюним в LAMB гиперпараметры… </a:t>
            </a:r>
            <a:endParaRPr/>
          </a:p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Lamb проще в использовании (не надо 100-500 лет сидеть и ждать пока оно отработае,  да еще и как через 100 лет выяснится с плохо подобранными гиперпараметрами и выдаст плохую accuracy)</a:t>
            </a:r>
            <a:endParaRPr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Lamb объективно лучше</a:t>
            </a:r>
            <a:endParaRPr/>
          </a:p>
        </p:txBody>
      </p:sp>
      <p:pic>
        <p:nvPicPr>
          <p:cNvPr id="376" name="Google Shape;376;p56" descr="🚀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475" y="2929000"/>
            <a:ext cx="458550" cy="4585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3D9D826B-A4EC-75D0-F024-FC1DB88F1403}"/>
                  </a:ext>
                </a:extLst>
              </p14:cNvPr>
              <p14:cNvContentPartPr/>
              <p14:nvPr/>
            </p14:nvContentPartPr>
            <p14:xfrm>
              <a:off x="274543" y="2866419"/>
              <a:ext cx="2745720" cy="3456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3D9D826B-A4EC-75D0-F024-FC1DB88F14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423" y="2860299"/>
                <a:ext cx="2757960" cy="4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7"/>
          <p:cNvSpPr txBox="1">
            <a:spLocks noGrp="1"/>
          </p:cNvSpPr>
          <p:nvPr>
            <p:ph type="title"/>
          </p:nvPr>
        </p:nvSpPr>
        <p:spPr>
          <a:xfrm>
            <a:off x="42150" y="40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Set up для экспериментов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2" name="Google Shape;382;p57" title="Снимок экрана 2026-04-14 в 20.01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75" y="633000"/>
            <a:ext cx="2853549" cy="37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7"/>
          <p:cNvSpPr txBox="1"/>
          <p:nvPr/>
        </p:nvSpPr>
        <p:spPr>
          <a:xfrm>
            <a:off x="42150" y="613113"/>
            <a:ext cx="167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1.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84" name="Google Shape;384;p57"/>
          <p:cNvSpPr txBox="1"/>
          <p:nvPr/>
        </p:nvSpPr>
        <p:spPr>
          <a:xfrm>
            <a:off x="42150" y="1180075"/>
            <a:ext cx="89688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2. (как ранее обсуждали в существующих подходах к решению) делаем warm up, постепенно переходя от маленького lr, к большому (не больше определенного значения)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3. Далее в самом обучении делается противоположная вещь(уменьшение lr) - Polynomial Learning Rate Decay with the power 1.0 (затухание learning rate)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ru" sz="1500">
                <a:solidFill>
                  <a:schemeClr val="dk2"/>
                </a:solidFill>
              </a:rPr>
              <a:t>В начале обучения будем делать быстрые (но не слишком чтоб минимум не проскочить) strides</a:t>
            </a:r>
            <a:endParaRPr sz="150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ru" sz="1500">
                <a:solidFill>
                  <a:schemeClr val="dk2"/>
                </a:solidFill>
              </a:rPr>
              <a:t>В конце, когда мы уже почти около минимума, шажочки маленькие хотим, чтоб точно не промахнуться (см ниже)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  <p:pic>
        <p:nvPicPr>
          <p:cNvPr id="385" name="Google Shape;385;p57" title="Снимок экрана 2026-04-14 в 20.21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9250" y="3358600"/>
            <a:ext cx="3964749" cy="17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7"/>
          <p:cNvSpPr txBox="1"/>
          <p:nvPr/>
        </p:nvSpPr>
        <p:spPr>
          <a:xfrm>
            <a:off x="42150" y="3821000"/>
            <a:ext cx="4875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2"/>
                </a:solidFill>
              </a:rPr>
              <a:t>4. При увеличении batch_size вручную ничего не тюнится, используется метод (Krizhevski, 2014)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87" name="Google Shape;387;p57"/>
          <p:cNvSpPr txBox="1"/>
          <p:nvPr/>
        </p:nvSpPr>
        <p:spPr>
          <a:xfrm>
            <a:off x="4861975" y="128175"/>
            <a:ext cx="4281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00FF"/>
                </a:solidFill>
              </a:rPr>
              <a:t>В 3 и 4 ручного тюнинг не требуется, это автоматически делается в коде</a:t>
            </a:r>
            <a:endParaRPr sz="150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8" title="Снимок экрана 2026-04-14 в 20.09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00" y="123225"/>
            <a:ext cx="3948224" cy="188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58"/>
          <p:cNvCxnSpPr/>
          <p:nvPr/>
        </p:nvCxnSpPr>
        <p:spPr>
          <a:xfrm>
            <a:off x="4379250" y="307550"/>
            <a:ext cx="1357200" cy="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94" name="Google Shape;394;p58" title="Снимок экрана 2026-04-14 в 20.11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6000" y="67450"/>
            <a:ext cx="2927899" cy="6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8"/>
          <p:cNvSpPr txBox="1"/>
          <p:nvPr/>
        </p:nvSpPr>
        <p:spPr>
          <a:xfrm>
            <a:off x="4332600" y="505450"/>
            <a:ext cx="166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power = p  1.0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для LAMB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96" name="Google Shape;396;p58" title="Снимок экрана 2026-04-14 в 20.16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9725" y="1181625"/>
            <a:ext cx="4781800" cy="2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8"/>
          <p:cNvSpPr txBox="1"/>
          <p:nvPr/>
        </p:nvSpPr>
        <p:spPr>
          <a:xfrm>
            <a:off x="75850" y="2528750"/>
            <a:ext cx="485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Вот и получаем линейное затухание lr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 txBox="1">
            <a:spLocks noGrp="1"/>
          </p:cNvSpPr>
          <p:nvPr>
            <p:ph type="title"/>
          </p:nvPr>
        </p:nvSpPr>
        <p:spPr>
          <a:xfrm>
            <a:off x="177225" y="131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Выводы(тестирование): Ускоряем BERTс помощью LAMB</a:t>
            </a:r>
            <a:endParaRPr sz="1800"/>
          </a:p>
        </p:txBody>
      </p:sp>
      <p:sp>
        <p:nvSpPr>
          <p:cNvPr id="403" name="Google Shape;403;p59"/>
          <p:cNvSpPr txBox="1">
            <a:spLocks noGrp="1"/>
          </p:cNvSpPr>
          <p:nvPr>
            <p:ph type="body" idx="1"/>
          </p:nvPr>
        </p:nvSpPr>
        <p:spPr>
          <a:xfrm>
            <a:off x="177225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Будем делать все то же что делают в BaseLine, использовать те же параметры (напр, seq_len - кол-во токенов, которые принимает модель) и тд</a:t>
            </a:r>
            <a:endParaRPr sz="1200"/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ru" sz="1200"/>
              <a:t>PreTraining (далее)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ru" sz="1200"/>
              <a:t>SQuAD и SQuAD-v1 (далее)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ru" sz="1200"/>
              <a:t>считаем F1 score — метрика точности извлечения ответа (далее)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ru" sz="1200"/>
              <a:t>делаем Distributed training (распределённое обучение) = обучение одной модели сразу на многих устройствах (TPU/GPU).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/>
              <a:t>Как? Map-Reduce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/>
              <a:t>SGD обладает последовательной природой, поэтому асинхронно делать не получается (Рита в начале рассказывала)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/>
              <a:t>Поэтому большой батч, делится на маленькие кусочки. Каждый TPU / GPU считает свой локальный градиент во время backward pass (да-да это все еще тот самый цкил обучения модели, который мы не зря вспоминали в начале - сначала forward pass, затем backpropagation). Все устройства работают одновременно и ждут пока все досчитают свой окальный градиент. Затем reduce - собирае со всех посчитанный градиент. Тогда ответ: это просуммировать все локал градиенты и поделить на кол-во - среднее - это общий градиент для исходного большого батча</a:t>
            </a:r>
            <a:endParaRPr sz="12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0"/>
          <p:cNvSpPr txBox="1">
            <a:spLocks noGrp="1"/>
          </p:cNvSpPr>
          <p:nvPr>
            <p:ph type="title"/>
          </p:nvPr>
        </p:nvSpPr>
        <p:spPr>
          <a:xfrm>
            <a:off x="311700" y="16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Pretraining BERT (self-supervised)</a:t>
            </a:r>
            <a:endParaRPr/>
          </a:p>
        </p:txBody>
      </p:sp>
      <p:sp>
        <p:nvSpPr>
          <p:cNvPr id="409" name="Google Shape;409;p60"/>
          <p:cNvSpPr txBox="1">
            <a:spLocks noGrp="1"/>
          </p:cNvSpPr>
          <p:nvPr>
            <p:ph type="body" idx="1"/>
          </p:nvPr>
        </p:nvSpPr>
        <p:spPr>
          <a:xfrm>
            <a:off x="311700" y="787075"/>
            <a:ext cx="8691900" cy="29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>
                <a:solidFill>
                  <a:schemeClr val="dk1"/>
                </a:solidFill>
              </a:rPr>
              <a:t>Pre-training</a:t>
            </a:r>
            <a:r>
              <a:rPr lang="ru" sz="1600">
                <a:solidFill>
                  <a:schemeClr val="dk1"/>
                </a:solidFill>
              </a:rPr>
              <a:t> — это первый большой этап обучения BERT.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Модель обучается на огромном корпусе текста (Wikipedia 2.5 млрд слов + BooksCorpus 800 млн слов).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Обучение self-supervised: не нужны размеченные данные. 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BERT учится предсказывать:</a:t>
            </a:r>
            <a:endParaRPr sz="160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замаскированные слова (Masked Language Modeling),</a:t>
            </a:r>
            <a:endParaRPr sz="160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следующее предложение (Next Sentence Prediction).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chemeClr val="dk1"/>
                </a:solidFill>
              </a:rPr>
              <a:t>Цель pre-training</a:t>
            </a:r>
            <a:r>
              <a:rPr lang="ru" sz="1600">
                <a:solidFill>
                  <a:schemeClr val="dk1"/>
                </a:solidFill>
              </a:rPr>
              <a:t> - заставить модель понять язык, понять collocations, sentence structures - в общем язык выучить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chemeClr val="dk1"/>
                </a:solidFill>
              </a:rPr>
              <a:t>После pre-training</a:t>
            </a:r>
            <a:r>
              <a:rPr lang="ru" sz="1600">
                <a:solidFill>
                  <a:schemeClr val="dk1"/>
                </a:solidFill>
              </a:rPr>
              <a:t> у нас есть умная модель, которая уже многое знает о языке, но ещё не умеет решать конкретные задачи (например, отвечать на вопросы).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rgbClr val="FF00FF"/>
                </a:solidFill>
              </a:rPr>
              <a:t>LAMB ускоряет Pre-Training</a:t>
            </a:r>
            <a:endParaRPr sz="1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SQUAD / SQUAD-v1</a:t>
            </a:r>
            <a:endParaRPr/>
          </a:p>
        </p:txBody>
      </p:sp>
      <p:sp>
        <p:nvSpPr>
          <p:cNvPr id="415" name="Google Shape;415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Учить ее будем на размеченных данных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1"/>
                </a:solidFill>
              </a:rPr>
              <a:t>SQuAD</a:t>
            </a:r>
            <a:r>
              <a:rPr lang="ru">
                <a:solidFill>
                  <a:schemeClr val="dk1"/>
                </a:solidFill>
              </a:rPr>
              <a:t> = </a:t>
            </a:r>
            <a:r>
              <a:rPr lang="ru" b="1">
                <a:solidFill>
                  <a:schemeClr val="dk1"/>
                </a:solidFill>
              </a:rPr>
              <a:t>Stanford Question Answering Dataset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Это один из самых популярных датасетов для задачи - ответ на вопрос по тексту.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Состоит из </a:t>
            </a:r>
            <a:r>
              <a:rPr lang="ru" b="1">
                <a:solidFill>
                  <a:schemeClr val="dk1"/>
                </a:solidFill>
              </a:rPr>
              <a:t>статей Wikipedia</a:t>
            </a:r>
            <a:r>
              <a:rPr lang="ru">
                <a:solidFill>
                  <a:schemeClr val="dk1"/>
                </a:solidFill>
              </a:rPr>
              <a:t> + вопросов, придуманных людьми (crowdworkers).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К каждому вопросу дан </a:t>
            </a:r>
            <a:r>
              <a:rPr lang="ru" b="1">
                <a:solidFill>
                  <a:schemeClr val="dk1"/>
                </a:solidFill>
              </a:rPr>
              <a:t>правильный ответ</a:t>
            </a:r>
            <a:r>
              <a:rPr lang="ru">
                <a:solidFill>
                  <a:schemeClr val="dk1"/>
                </a:solidFill>
              </a:rPr>
              <a:t> — это </a:t>
            </a:r>
            <a:r>
              <a:rPr lang="ru" b="1">
                <a:solidFill>
                  <a:schemeClr val="dk1"/>
                </a:solidFill>
              </a:rPr>
              <a:t>отрезок текста</a:t>
            </a:r>
            <a:r>
              <a:rPr lang="ru">
                <a:solidFill>
                  <a:schemeClr val="dk1"/>
                </a:solidFill>
              </a:rPr>
              <a:t> (segment) из статьи.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1"/>
                </a:solidFill>
              </a:rPr>
              <a:t>SQuAD-v1</a:t>
            </a:r>
            <a:r>
              <a:rPr lang="ru">
                <a:solidFill>
                  <a:schemeClr val="dk1"/>
                </a:solidFill>
              </a:rPr>
              <a:t> (или SQuAD 1.1) — это </a:t>
            </a:r>
            <a:r>
              <a:rPr lang="ru" b="1">
                <a:solidFill>
                  <a:schemeClr val="dk1"/>
                </a:solidFill>
              </a:rPr>
              <a:t>первая версия</a:t>
            </a:r>
            <a:r>
              <a:rPr lang="ru">
                <a:solidFill>
                  <a:schemeClr val="dk1"/>
                </a:solidFill>
              </a:rPr>
              <a:t> датасета (2016 год).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Fine-tuning на SQuAD происходит здесь - этап, где берут уже предобученную модель и доучивают на вопросах-ответах (размеченных данных)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F1 - score для BERT</a:t>
            </a:r>
            <a:endParaRPr/>
          </a:p>
        </p:txBody>
      </p:sp>
      <p:sp>
        <p:nvSpPr>
          <p:cNvPr id="421" name="Google Shape;421;p62"/>
          <p:cNvSpPr txBox="1">
            <a:spLocks noGrp="1"/>
          </p:cNvSpPr>
          <p:nvPr>
            <p:ph type="body" idx="1"/>
          </p:nvPr>
        </p:nvSpPr>
        <p:spPr>
          <a:xfrm>
            <a:off x="311700" y="2395750"/>
            <a:ext cx="8520600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 b="1">
                <a:solidFill>
                  <a:schemeClr val="dk1"/>
                </a:solidFill>
              </a:rPr>
              <a:t>F1 score</a:t>
            </a:r>
            <a:r>
              <a:rPr lang="ru">
                <a:solidFill>
                  <a:schemeClr val="dk1"/>
                </a:solidFill>
              </a:rPr>
              <a:t> — это основная метрика для оценки качества на SQuAD.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Она измеряет, </a:t>
            </a:r>
            <a:r>
              <a:rPr lang="ru" b="1">
                <a:solidFill>
                  <a:schemeClr val="dk1"/>
                </a:solidFill>
              </a:rPr>
              <a:t>насколько точно</a:t>
            </a:r>
            <a:r>
              <a:rPr lang="ru">
                <a:solidFill>
                  <a:schemeClr val="dk1"/>
                </a:solidFill>
              </a:rPr>
              <a:t> модель выделила правильный отрезок текста как ответ.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BERT на LAMB</a:t>
            </a:r>
            <a:endParaRPr/>
          </a:p>
        </p:txBody>
      </p:sp>
      <p:pic>
        <p:nvPicPr>
          <p:cNvPr id="427" name="Google Shape;427;p63" title="Снимок экрана 2026-04-14 в 20.52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25" y="1001325"/>
            <a:ext cx="7754276" cy="41421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931A7CFA-43A1-F25C-7BBF-687D391E2382}"/>
                  </a:ext>
                </a:extLst>
              </p14:cNvPr>
              <p14:cNvContentPartPr/>
              <p14:nvPr/>
            </p14:nvContentPartPr>
            <p14:xfrm>
              <a:off x="1058456" y="2625998"/>
              <a:ext cx="827280" cy="7740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931A7CFA-43A1-F25C-7BBF-687D391E23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336" y="2619878"/>
                <a:ext cx="8395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CEFA4D1F-E2FB-2435-0D50-4807902701C0}"/>
                  </a:ext>
                </a:extLst>
              </p14:cNvPr>
              <p14:cNvContentPartPr/>
              <p14:nvPr/>
            </p14:nvContentPartPr>
            <p14:xfrm>
              <a:off x="1054856" y="4607798"/>
              <a:ext cx="703440" cy="15480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CEFA4D1F-E2FB-2435-0D50-4807902701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8736" y="4601678"/>
                <a:ext cx="7156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C7115171-4D86-F01D-E9FA-BC4DF337B227}"/>
                  </a:ext>
                </a:extLst>
              </p14:cNvPr>
              <p14:cNvContentPartPr/>
              <p14:nvPr/>
            </p14:nvContentPartPr>
            <p14:xfrm>
              <a:off x="2720216" y="4810478"/>
              <a:ext cx="584640" cy="11268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C7115171-4D86-F01D-E9FA-BC4DF337B2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14096" y="4804358"/>
                <a:ext cx="59688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B74A785-A4D7-F777-1C24-C00802F8E16C}"/>
              </a:ext>
            </a:extLst>
          </p:cNvPr>
          <p:cNvGrpSpPr/>
          <p:nvPr/>
        </p:nvGrpSpPr>
        <p:grpSpPr>
          <a:xfrm>
            <a:off x="4502936" y="2790518"/>
            <a:ext cx="954000" cy="2129040"/>
            <a:chOff x="4502936" y="2790518"/>
            <a:chExt cx="954000" cy="21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5F51CFBD-7F2A-7F8C-7AC1-CFABF70DE842}"/>
                    </a:ext>
                  </a:extLst>
                </p14:cNvPr>
                <p14:cNvContentPartPr/>
                <p14:nvPr/>
              </p14:nvContentPartPr>
              <p14:xfrm>
                <a:off x="4502936" y="4523918"/>
                <a:ext cx="919800" cy="395640"/>
              </p14:xfrm>
            </p:contentPart>
          </mc:Choice>
          <mc:Fallback xmlns=""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5F51CFBD-7F2A-7F8C-7AC1-CFABF70DE8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96816" y="4517798"/>
                  <a:ext cx="9320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Рукописный ввод 5">
                  <a:extLst>
                    <a:ext uri="{FF2B5EF4-FFF2-40B4-BE49-F238E27FC236}">
                      <a16:creationId xmlns:a16="http://schemas.microsoft.com/office/drawing/2014/main" id="{769DF899-3915-AC58-39F7-77AB7B839A4F}"/>
                    </a:ext>
                  </a:extLst>
                </p14:cNvPr>
                <p14:cNvContentPartPr/>
                <p14:nvPr/>
              </p14:nvContentPartPr>
              <p14:xfrm>
                <a:off x="5401496" y="3193718"/>
                <a:ext cx="55440" cy="1326600"/>
              </p14:xfrm>
            </p:contentPart>
          </mc:Choice>
          <mc:Fallback xmlns="">
            <p:pic>
              <p:nvPicPr>
                <p:cNvPr id="6" name="Рукописный ввод 5">
                  <a:extLst>
                    <a:ext uri="{FF2B5EF4-FFF2-40B4-BE49-F238E27FC236}">
                      <a16:creationId xmlns:a16="http://schemas.microsoft.com/office/drawing/2014/main" id="{769DF899-3915-AC58-39F7-77AB7B839A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95376" y="3187598"/>
                  <a:ext cx="67680" cy="13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Рукописный ввод 6">
                  <a:extLst>
                    <a:ext uri="{FF2B5EF4-FFF2-40B4-BE49-F238E27FC236}">
                      <a16:creationId xmlns:a16="http://schemas.microsoft.com/office/drawing/2014/main" id="{997147DC-8AFB-9633-A53A-B1635CDF79E4}"/>
                    </a:ext>
                  </a:extLst>
                </p14:cNvPr>
                <p14:cNvContentPartPr/>
                <p14:nvPr/>
              </p14:nvContentPartPr>
              <p14:xfrm>
                <a:off x="5302496" y="2790518"/>
                <a:ext cx="114120" cy="1804680"/>
              </p14:xfrm>
            </p:contentPart>
          </mc:Choice>
          <mc:Fallback xmlns="">
            <p:pic>
              <p:nvPicPr>
                <p:cNvPr id="7" name="Рукописный ввод 6">
                  <a:extLst>
                    <a:ext uri="{FF2B5EF4-FFF2-40B4-BE49-F238E27FC236}">
                      <a16:creationId xmlns:a16="http://schemas.microsoft.com/office/drawing/2014/main" id="{997147DC-8AFB-9633-A53A-B1635CDF79E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96376" y="2784398"/>
                  <a:ext cx="126360" cy="1816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 txBox="1">
            <a:spLocks noGrp="1"/>
          </p:cNvSpPr>
          <p:nvPr>
            <p:ph type="title"/>
          </p:nvPr>
        </p:nvSpPr>
        <p:spPr>
          <a:xfrm>
            <a:off x="194100" y="11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Поймем, что такое scaling efficiency</a:t>
            </a:r>
            <a:endParaRPr sz="2000"/>
          </a:p>
        </p:txBody>
      </p:sp>
      <p:sp>
        <p:nvSpPr>
          <p:cNvPr id="433" name="Google Shape;433;p64"/>
          <p:cNvSpPr txBox="1"/>
          <p:nvPr/>
        </p:nvSpPr>
        <p:spPr>
          <a:xfrm>
            <a:off x="88275" y="688475"/>
            <a:ext cx="8966400" cy="44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u="sng">
                <a:solidFill>
                  <a:schemeClr val="dk1"/>
                </a:solidFill>
              </a:rPr>
              <a:t>Scaling efficiency</a:t>
            </a:r>
            <a:r>
              <a:rPr lang="ru" sz="1500">
                <a:solidFill>
                  <a:schemeClr val="dk1"/>
                </a:solidFill>
              </a:rPr>
              <a:t> — это эффективность масштабирования (не accuracy!).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Это метрика распределённых вычислений, которая показывает, насколько эффективно используется дополнительное железо.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Как считается (на примере):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было 16 TPU -&gt; время обучения = T.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взяли больше реусрсов 1024 TPU (в 64 раза больше).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Идеально было бы получить ускорение в 64 раза, чтобы время обучения T / 64.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А на практике допустим получилось время T/50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Scaling efficiency = (реальное ускорение / идеальное ускорение) × 100% = 50 / 64 ≈ </a:t>
            </a:r>
            <a:r>
              <a:rPr lang="ru" sz="1500" b="1">
                <a:solidFill>
                  <a:schemeClr val="dk1"/>
                </a:solidFill>
              </a:rPr>
              <a:t>78.125%</a:t>
            </a:r>
            <a:r>
              <a:rPr lang="ru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</a:rPr>
              <a:t>Простыми словами</a:t>
            </a:r>
            <a:r>
              <a:rPr lang="ru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Из 100% возможной выгоды от 64× большего железа мы получил только 78.126%. Остальные 22% «потерялись» из-за overhead.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5"/>
          <p:cNvSpPr txBox="1">
            <a:spLocks noGrp="1"/>
          </p:cNvSpPr>
          <p:nvPr>
            <p:ph type="title"/>
          </p:nvPr>
        </p:nvSpPr>
        <p:spPr>
          <a:xfrm>
            <a:off x="210850" y="164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/>
              <a:t>качество сходимости (как быстро и куда падает loss) почти не зависит от размера батча. Когда batch size растёт с 512 -&gt; 32k (в 64 раза), loss-кривые на графике Figure 1 почти накладываются друг на друга. Идеально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39" name="Google Shape;439;p65" title="Снимок экрана 2026-04-14 в 20.5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1466400"/>
            <a:ext cx="7646899" cy="36031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B9EDF864-EDEE-AD07-6AFE-2430D12450D3}"/>
                  </a:ext>
                </a:extLst>
              </p14:cNvPr>
              <p14:cNvContentPartPr/>
              <p14:nvPr/>
            </p14:nvContentPartPr>
            <p14:xfrm>
              <a:off x="3149696" y="4015958"/>
              <a:ext cx="138960" cy="54036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B9EDF864-EDEE-AD07-6AFE-2430D12450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3576" y="4009838"/>
                <a:ext cx="151200" cy="55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6"/>
          <p:cNvSpPr txBox="1">
            <a:spLocks noGrp="1"/>
          </p:cNvSpPr>
          <p:nvPr>
            <p:ph type="title"/>
          </p:nvPr>
        </p:nvSpPr>
        <p:spPr>
          <a:xfrm>
            <a:off x="170600" y="162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 (тестирование): ускоряем ResNet-50</a:t>
            </a:r>
            <a:endParaRPr/>
          </a:p>
        </p:txBody>
      </p:sp>
      <p:sp>
        <p:nvSpPr>
          <p:cNvPr id="445" name="Google Shape;445;p66"/>
          <p:cNvSpPr txBox="1">
            <a:spLocks noGrp="1"/>
          </p:cNvSpPr>
          <p:nvPr>
            <p:ph type="body" idx="1"/>
          </p:nvPr>
        </p:nvSpPr>
        <p:spPr>
          <a:xfrm>
            <a:off x="311700" y="7928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Авторы рассматривают ResNet-50 на ImageNet как стандартный бенчмарк (используется в MLPerf).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ru" sz="1500" b="1">
                <a:solidFill>
                  <a:schemeClr val="dk1"/>
                </a:solidFill>
              </a:rPr>
              <a:t>Цель:</a:t>
            </a:r>
            <a:endParaRPr sz="1500" b="1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00">
                <a:solidFill>
                  <a:schemeClr val="dk1"/>
                </a:solidFill>
              </a:rPr>
              <a:t>Достичь 76.3% top-1 accuracy за 90 эпох (Goyal et al. 2017).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ru" sz="1500" b="1">
                <a:solidFill>
                  <a:schemeClr val="dk1"/>
                </a:solidFill>
              </a:rPr>
              <a:t>Что было до LAMB:</a:t>
            </a:r>
            <a:endParaRPr sz="1500" b="1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00">
                <a:solidFill>
                  <a:schemeClr val="dk1"/>
                </a:solidFill>
              </a:rPr>
              <a:t>Все лучшие результаты получены только с Momentum или LARS.</a:t>
            </a:r>
            <a:endParaRPr sz="1500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00">
                <a:solidFill>
                  <a:schemeClr val="dk1"/>
                </a:solidFill>
              </a:rPr>
              <a:t>Адаптивные оптимизаторы (</a:t>
            </a:r>
            <a:r>
              <a:rPr lang="ru" sz="1500" b="1">
                <a:solidFill>
                  <a:schemeClr val="dk1"/>
                </a:solidFill>
              </a:rPr>
              <a:t>Adam, AdaGrad, AdamW</a:t>
            </a:r>
            <a:r>
              <a:rPr lang="ru" sz="1500">
                <a:solidFill>
                  <a:schemeClr val="dk1"/>
                </a:solidFill>
              </a:rPr>
              <a:t>) даже после тщательного тюнинга + warmup Goyal et al. не дотягивали до 76.3%:</a:t>
            </a:r>
            <a:endParaRPr sz="1500">
              <a:solidFill>
                <a:schemeClr val="dk1"/>
              </a:solidFill>
            </a:endParaRPr>
          </a:p>
          <a:p>
            <a:pPr marL="914400" lvl="1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ru" sz="1500">
                <a:solidFill>
                  <a:schemeClr val="dk1"/>
                </a:solidFill>
              </a:rPr>
              <a:t>AdaGrad → максимум 72.0%</a:t>
            </a:r>
            <a:endParaRPr sz="1500">
              <a:solidFill>
                <a:schemeClr val="dk1"/>
              </a:solidFill>
            </a:endParaRPr>
          </a:p>
          <a:p>
            <a:pPr marL="914400" lvl="1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ru" sz="1500">
                <a:solidFill>
                  <a:schemeClr val="dk1"/>
                </a:solidFill>
              </a:rPr>
              <a:t>Adam → 73.48%</a:t>
            </a:r>
            <a:endParaRPr sz="1500">
              <a:solidFill>
                <a:schemeClr val="dk1"/>
              </a:solidFill>
            </a:endParaRPr>
          </a:p>
          <a:p>
            <a:pPr marL="914400" lvl="1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ru" sz="1500">
                <a:solidFill>
                  <a:schemeClr val="dk1"/>
                </a:solidFill>
              </a:rPr>
              <a:t>AdamW → 73.07%</a:t>
            </a:r>
            <a:endParaRPr sz="1500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00">
                <a:solidFill>
                  <a:schemeClr val="dk1"/>
                </a:solidFill>
              </a:rPr>
              <a:t>LAMB (Table 4 shows that LAMB can achieve the target accuracy. )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 At a batch size of 32K, LAMB achieves 76.4% top-1 accuracy while LARS achieves 76.3%. At a batch size of 2K, LAMB is able to achieve 77.11% top-1 accuracy while LARS achieves 76.6%.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46" name="Google Shape;446;p66" title="Снимок экрана 2026-04-14 в 21.07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63" y="4060350"/>
            <a:ext cx="7908675" cy="6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7" title="Снимок экрана 2026-04-14 в 21.09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8775"/>
            <a:ext cx="8839204" cy="308595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7"/>
          <p:cNvSpPr txBox="1"/>
          <p:nvPr/>
        </p:nvSpPr>
        <p:spPr>
          <a:xfrm>
            <a:off x="582075" y="3636150"/>
            <a:ext cx="78468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ИНТЕРСНЫЕ МЕТРИКИ: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Top-1 Accuracy: Модель права, если её самый первый (самый вероятный) ответ совпадает с правильным.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Top-5 Accuracy: Модель права, если правильный ответ входит в пятёрку её самых вероятных ответов.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8"/>
          <p:cNvSpPr txBox="1">
            <a:spLocks noGrp="1"/>
          </p:cNvSpPr>
          <p:nvPr>
            <p:ph type="title"/>
          </p:nvPr>
        </p:nvSpPr>
        <p:spPr>
          <a:xfrm>
            <a:off x="179425" y="56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LAMB на CIFAR-10</a:t>
            </a:r>
            <a:endParaRPr/>
          </a:p>
        </p:txBody>
      </p:sp>
      <p:pic>
        <p:nvPicPr>
          <p:cNvPr id="458" name="Google Shape;458;p68" title="Снимок экрана 2026-04-14 в 21.15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900" y="2339475"/>
            <a:ext cx="3825277" cy="280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68" title="Снимок экрана 2026-04-14 в 21.17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75" y="702250"/>
            <a:ext cx="8520602" cy="17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8"/>
          <p:cNvSpPr txBox="1"/>
          <p:nvPr/>
        </p:nvSpPr>
        <p:spPr>
          <a:xfrm>
            <a:off x="1010475" y="3114250"/>
            <a:ext cx="477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Lamb выдает лучшую точность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9"/>
          <p:cNvSpPr txBox="1">
            <a:spLocks noGrp="1"/>
          </p:cNvSpPr>
          <p:nvPr>
            <p:ph type="title"/>
          </p:nvPr>
        </p:nvSpPr>
        <p:spPr>
          <a:xfrm>
            <a:off x="244350" y="252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LAMB на MNIST </a:t>
            </a:r>
            <a:endParaRPr/>
          </a:p>
        </p:txBody>
      </p:sp>
      <p:pic>
        <p:nvPicPr>
          <p:cNvPr id="466" name="Google Shape;466;p69" title="Снимок экрана 2026-04-14 в 21.12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999" y="2677750"/>
            <a:ext cx="3330999" cy="246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9" title="Снимок экрана 2026-04-14 в 21.18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7700"/>
            <a:ext cx="8839204" cy="151060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69"/>
          <p:cNvSpPr txBox="1">
            <a:spLocks noGrp="1"/>
          </p:cNvSpPr>
          <p:nvPr>
            <p:ph type="body" idx="1"/>
          </p:nvPr>
        </p:nvSpPr>
        <p:spPr>
          <a:xfrm>
            <a:off x="471000" y="3309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Lamb выдает лучшую точность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0"/>
          <p:cNvSpPr txBox="1">
            <a:spLocks noGrp="1"/>
          </p:cNvSpPr>
          <p:nvPr>
            <p:ph type="title"/>
          </p:nvPr>
        </p:nvSpPr>
        <p:spPr>
          <a:xfrm>
            <a:off x="75750" y="60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 (что улучшили)</a:t>
            </a:r>
            <a:endParaRPr/>
          </a:p>
        </p:txBody>
      </p:sp>
      <p:sp>
        <p:nvSpPr>
          <p:cNvPr id="474" name="Google Shape;474;p70"/>
          <p:cNvSpPr txBox="1">
            <a:spLocks noGrp="1"/>
          </p:cNvSpPr>
          <p:nvPr>
            <p:ph type="body" idx="1"/>
          </p:nvPr>
        </p:nvSpPr>
        <p:spPr>
          <a:xfrm>
            <a:off x="128200" y="6332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We demonstrate the strong empirical performance of LAMB across several challenging tasks. Using LAMB we scale the batch size in training BERT to more than 32k without degrading the performance; thereby, cutting the time down from 3 days to 76 minutes. Ours is the ﬁrst work to reduce BERT training wall time to less than couple of hours. </a:t>
            </a:r>
            <a:endParaRPr sz="1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00FF"/>
                </a:solidFill>
              </a:rPr>
              <a:t>ПРИМЕНЕНИЕ К NLP</a:t>
            </a:r>
            <a:endParaRPr sz="1500">
              <a:solidFill>
                <a:srgbClr val="FF00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By using LAMB, we are able to scale the batch size of BERT pre-training to 64K without losing accuracy, thereby, reducing the BERT training time from 3 days to around 76 minutes.</a:t>
            </a:r>
            <a:endParaRPr sz="1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We also demonstrate the efﬁciency of LAMB for training state-of-the-art image classiﬁcation models like RESNET. To the best of our knowledge, ours is ﬁrst adaptive solver that can achieve state-of-the-art accuracy for RESNET-50. </a:t>
            </a:r>
            <a:r>
              <a:rPr lang="ru" sz="1500">
                <a:solidFill>
                  <a:srgbClr val="FF00FF"/>
                </a:solidFill>
              </a:rPr>
              <a:t>ПРИМЕНЕНИЕ К CV</a:t>
            </a:r>
            <a:endParaRPr sz="1500">
              <a:solidFill>
                <a:srgbClr val="FF00F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LAMB is also the ﬁrst large batch adaptive solver that can achieve state-of-the-art accuracy on ImageNet training with RESNET-50.</a:t>
            </a:r>
            <a:endParaRPr sz="1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Маленькие задачи (CIFAR-10 DavidNet, MNIST LeNet): LAMB тоже лучше всех адаптивных и momentum оптимизаторов отработал.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71" title="Снимок экрана 2026-04-14 в 21.35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700" y="152400"/>
            <a:ext cx="3225799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71" title="Снимок экрана 2026-04-14 в 21.36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1325" y="203088"/>
            <a:ext cx="3075400" cy="4737324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71"/>
          <p:cNvSpPr txBox="1"/>
          <p:nvPr/>
        </p:nvSpPr>
        <p:spPr>
          <a:xfrm>
            <a:off x="7244775" y="4264625"/>
            <a:ext cx="211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упали почти до нуля, обучения нет, выродились в константу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72" title="Снимок экрана 2026-04-14 в 21.36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150" y="96150"/>
            <a:ext cx="3170901" cy="49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72" title="Снимок экрана 2026-04-14 в 21.35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574" y="152400"/>
            <a:ext cx="335994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3"/>
          <p:cNvSpPr txBox="1">
            <a:spLocks noGrp="1"/>
          </p:cNvSpPr>
          <p:nvPr>
            <p:ph type="title"/>
          </p:nvPr>
        </p:nvSpPr>
        <p:spPr>
          <a:xfrm>
            <a:off x="311700" y="130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ru" sz="3000" b="1"/>
              <a:t>Выводы (тестирование + что улучшили)</a:t>
            </a:r>
            <a:endParaRPr/>
          </a:p>
        </p:txBody>
      </p:sp>
      <p:sp>
        <p:nvSpPr>
          <p:cNvPr id="493" name="Google Shape;493;p73"/>
          <p:cNvSpPr txBox="1">
            <a:spLocks noGrp="1"/>
          </p:cNvSpPr>
          <p:nvPr>
            <p:ph type="body" idx="1"/>
          </p:nvPr>
        </p:nvSpPr>
        <p:spPr>
          <a:xfrm>
            <a:off x="311700" y="9619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</a:rPr>
              <a:t>Что улучшили</a:t>
            </a:r>
            <a:r>
              <a:rPr lang="ru" sz="1500">
                <a:solidFill>
                  <a:schemeClr val="dk1"/>
                </a:solidFill>
              </a:rPr>
              <a:t>: Первый </a:t>
            </a:r>
            <a:r>
              <a:rPr lang="ru" sz="1500" b="1">
                <a:solidFill>
                  <a:schemeClr val="dk1"/>
                </a:solidFill>
              </a:rPr>
              <a:t>адаптивный</a:t>
            </a:r>
            <a:r>
              <a:rPr lang="ru" sz="1500">
                <a:solidFill>
                  <a:schemeClr val="dk1"/>
                </a:solidFill>
              </a:rPr>
              <a:t> large-batch оптимизатор, который работает и в NLP (BERT), и в vision (ResNet-50) </a:t>
            </a:r>
            <a:r>
              <a:rPr lang="ru" sz="1500" b="1">
                <a:solidFill>
                  <a:schemeClr val="dk1"/>
                </a:solidFill>
              </a:rPr>
              <a:t>без тяжёлого тюнинга</a:t>
            </a:r>
            <a:r>
              <a:rPr lang="ru" sz="1500">
                <a:solidFill>
                  <a:schemeClr val="dk1"/>
                </a:solidFill>
              </a:rPr>
              <a:t> (только с Set UP)  - в разных сферах применим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теоретические гарантии сходимости в общем неконвексном случае (ранее только эмпиричиские)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Сократили обучение BERT с 3 дней до </a:t>
            </a:r>
            <a:r>
              <a:rPr lang="ru" sz="1500" b="1">
                <a:solidFill>
                  <a:schemeClr val="dk1"/>
                </a:solidFill>
              </a:rPr>
              <a:t>76 минут</a:t>
            </a:r>
            <a:r>
              <a:rPr lang="ru" sz="1500">
                <a:solidFill>
                  <a:schemeClr val="dk1"/>
                </a:solidFill>
              </a:rPr>
              <a:t> - рекорд на момент статьи.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Показали, что layer-wise + Adam-style адаптивность решает проблему «плато/взрыва» градиентов при огромных батчах.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Lamb проще в использовании - по минимуму ручного тюнинга гиперпараметров (не надо grid search - прлный перебор по сетке гиперпараметров делать) (не надо 100-500 лет сидеть и ждать пока оно отработает,  да еще и как через 100 лет выяснится с плохо подобранными гиперпараметрами и выдаст плохую accuracy)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Lamb объективно лучше всех остальных оптимизаторов на указанных задачах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800"/>
              </a:spcBef>
              <a:spcAft>
                <a:spcPts val="1200"/>
              </a:spcAft>
              <a:buNone/>
            </a:pPr>
            <a:endParaRPr sz="15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79050081-768E-5970-C9B1-2865F7CD93D0}"/>
                  </a:ext>
                </a:extLst>
              </p14:cNvPr>
              <p14:cNvContentPartPr/>
              <p14:nvPr/>
            </p14:nvContentPartPr>
            <p14:xfrm>
              <a:off x="5041496" y="2821849"/>
              <a:ext cx="1237680" cy="612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79050081-768E-5970-C9B1-2865F7CD93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35376" y="2815729"/>
                <a:ext cx="124992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6FFC5827-13DB-2E79-5081-B805F7CC57FB}"/>
                  </a:ext>
                </a:extLst>
              </p14:cNvPr>
              <p14:cNvContentPartPr/>
              <p14:nvPr/>
            </p14:nvContentPartPr>
            <p14:xfrm>
              <a:off x="3149336" y="1963249"/>
              <a:ext cx="2315880" cy="3204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6FFC5827-13DB-2E79-5081-B805F7CC57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43216" y="1957129"/>
                <a:ext cx="23281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D75F30D9-B946-96E7-0820-EDD4990D49E5}"/>
                  </a:ext>
                </a:extLst>
              </p14:cNvPr>
              <p14:cNvContentPartPr/>
              <p14:nvPr/>
            </p14:nvContentPartPr>
            <p14:xfrm>
              <a:off x="3455336" y="981889"/>
              <a:ext cx="348480" cy="44640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D75F30D9-B946-96E7-0820-EDD4990D49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9216" y="975769"/>
                <a:ext cx="36072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50672E0C-4289-899E-9A33-E33846495188}"/>
                  </a:ext>
                </a:extLst>
              </p14:cNvPr>
              <p14:cNvContentPartPr/>
              <p14:nvPr/>
            </p14:nvContentPartPr>
            <p14:xfrm>
              <a:off x="2144216" y="2215609"/>
              <a:ext cx="2298600" cy="85032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50672E0C-4289-899E-9A33-E338464951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38096" y="2209489"/>
                <a:ext cx="2310840" cy="86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4"/>
          <p:cNvSpPr txBox="1">
            <a:spLocks noGrp="1"/>
          </p:cNvSpPr>
          <p:nvPr>
            <p:ph type="body" idx="1"/>
          </p:nvPr>
        </p:nvSpPr>
        <p:spPr>
          <a:xfrm>
            <a:off x="407825" y="15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2800"/>
              </a:spcBef>
              <a:spcAft>
                <a:spcPts val="2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LAMB — общий оптимизатор: работает как на маленьких, так и на огромных батчах, легко внедряется в любой фреймворк.</a:t>
            </a:r>
            <a:endParaRPr/>
          </a:p>
        </p:txBody>
      </p:sp>
      <p:pic>
        <p:nvPicPr>
          <p:cNvPr id="499" name="Google Shape;49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575" y="1066600"/>
            <a:ext cx="5415574" cy="40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3663</Words>
  <Application>Microsoft Macintosh PowerPoint</Application>
  <PresentationFormat>Экран (16:9)</PresentationFormat>
  <Paragraphs>283</Paragraphs>
  <Slides>62</Slides>
  <Notes>62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65" baseType="lpstr">
      <vt:lpstr>Arial</vt:lpstr>
      <vt:lpstr>Roboto</vt:lpstr>
      <vt:lpstr>Simple Light</vt:lpstr>
      <vt:lpstr>LAMB</vt:lpstr>
      <vt:lpstr>Постановка задачи</vt:lpstr>
      <vt:lpstr>Постановка задачи</vt:lpstr>
      <vt:lpstr>Существующие методы решения: SGD</vt:lpstr>
      <vt:lpstr>Существующие методы решения: SGD асинхронный </vt:lpstr>
      <vt:lpstr>Существующие методы решения: SGD с линейным масштабированием (Linear Scaling Rule) </vt:lpstr>
      <vt:lpstr>Существующие методы решения: оптимизатор LARS (Layer-wise Adaptive Rate Scaling)</vt:lpstr>
      <vt:lpstr>Общая стратегия как надо менять learning rate in large batch settings</vt:lpstr>
      <vt:lpstr>А как это применять к SGD?</vt:lpstr>
      <vt:lpstr> </vt:lpstr>
      <vt:lpstr>Почему важно что batchsize большой?</vt:lpstr>
      <vt:lpstr>Подробнее про Lars</vt:lpstr>
      <vt:lpstr>Теорема 2 из статьи - утверждение о том что LARS сходится</vt:lpstr>
      <vt:lpstr>Схема доказательства теоремы:</vt:lpstr>
      <vt:lpstr>Схема доказательства теоремы: </vt:lpstr>
      <vt:lpstr>Схема доказательства теоремы: </vt:lpstr>
      <vt:lpstr>Схема доказательства теоремы:  </vt:lpstr>
      <vt:lpstr>DNN  (Prerequisite for LAMB) </vt:lpstr>
      <vt:lpstr>Презентация PowerPoint</vt:lpstr>
      <vt:lpstr>Презентация PowerPoint</vt:lpstr>
      <vt:lpstr>Презентация PowerPoint</vt:lpstr>
      <vt:lpstr>ЗАДАЧА: оптимизировать функцию потерь Loss</vt:lpstr>
      <vt:lpstr>Презентация PowerPoint</vt:lpstr>
      <vt:lpstr>Наша задача</vt:lpstr>
      <vt:lpstr>Неконвексность</vt:lpstr>
      <vt:lpstr>LAMB ИДЕЯ LAMB - Layerwise Adaptive Moments for Batch training</vt:lpstr>
      <vt:lpstr>Вспомним общую стратегия адаптации lr в 2 шага, на котрой базируется LAMB.  </vt:lpstr>
      <vt:lpstr>Почему стратегия в 2 шага работает?</vt:lpstr>
      <vt:lpstr>Как работает LAMB?</vt:lpstr>
      <vt:lpstr>ADAM (адаптивность lr внутри слоя)</vt:lpstr>
      <vt:lpstr>Презентация PowerPoint</vt:lpstr>
      <vt:lpstr>ADAM (первый момент) </vt:lpstr>
      <vt:lpstr>ADAM (второй момент)</vt:lpstr>
      <vt:lpstr>Adam (финальное адаптивное направление обновления весов модели)</vt:lpstr>
      <vt:lpstr>2. Нормализация по слоям</vt:lpstr>
      <vt:lpstr>OFFTOP： немного про weight decay</vt:lpstr>
      <vt:lpstr>OFFTOP： немного про weight decay </vt:lpstr>
      <vt:lpstr>Замечание: AdamW - оптимизатор</vt:lpstr>
      <vt:lpstr>Другие оптимизаторы из статьи</vt:lpstr>
      <vt:lpstr>Другие оптимизаторы из статьи</vt:lpstr>
      <vt:lpstr>Другие оптимизаторы из статьи</vt:lpstr>
      <vt:lpstr>LAMB optimizer - Алгоритм обучения DNN</vt:lpstr>
      <vt:lpstr>Выводы (тестирование) Эмпирические результаты LAMB</vt:lpstr>
      <vt:lpstr>Set up для экспериментов</vt:lpstr>
      <vt:lpstr>Set up для экспериментов </vt:lpstr>
      <vt:lpstr>Презентация PowerPoint</vt:lpstr>
      <vt:lpstr>Выводы(тестирование): Ускоряем BERTс помощью LAMB</vt:lpstr>
      <vt:lpstr>Pretraining BERT (self-supervised)</vt:lpstr>
      <vt:lpstr>SQUAD / SQUAD-v1</vt:lpstr>
      <vt:lpstr>F1 - score для BERT</vt:lpstr>
      <vt:lpstr>Результаты BERT на LAMB</vt:lpstr>
      <vt:lpstr>Поймем, что такое scaling efficiency</vt:lpstr>
      <vt:lpstr>качество сходимости (как быстро и куда падает loss) почти не зависит от размера батча. Когда batch size растёт с 512 -&gt; 32k (в 64 раза), loss-кривые на графике Figure 1 почти накладываются друг на друга. Идеально  </vt:lpstr>
      <vt:lpstr>Выводы (тестирование): ускоряем ResNet-50</vt:lpstr>
      <vt:lpstr>Презентация PowerPoint</vt:lpstr>
      <vt:lpstr>Результаты LAMB на CIFAR-10</vt:lpstr>
      <vt:lpstr>Результаты LAMB на MNIST </vt:lpstr>
      <vt:lpstr>Выводы (что улучшили)</vt:lpstr>
      <vt:lpstr>Презентация PowerPoint</vt:lpstr>
      <vt:lpstr>Презентация PowerPoint</vt:lpstr>
      <vt:lpstr>Выводы (тестирование + что улучшили)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Anna M</cp:lastModifiedBy>
  <cp:revision>2</cp:revision>
  <dcterms:modified xsi:type="dcterms:W3CDTF">2026-07-13T11:12:43Z</dcterms:modified>
</cp:coreProperties>
</file>